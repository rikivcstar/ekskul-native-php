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Bold Ink" charset="1" panose="00000500000000000000"/>
      <p:regular r:id="rId16"/>
    </p:embeddedFont>
    <p:embeddedFont>
      <p:font typeface="League Gothic" charset="1" panose="00000500000000000000"/>
      <p:regular r:id="rId17"/>
    </p:embeddedFont>
    <p:embeddedFont>
      <p:font typeface="TT Octas" charset="1" panose="0200050603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4E4D"/>
        </a:solidFill>
      </p:bgPr>
    </p:bg>
    <p:spTree>
      <p:nvGrpSpPr>
        <p:cNvPr id="1" name=""/>
        <p:cNvGrpSpPr/>
        <p:nvPr/>
      </p:nvGrpSpPr>
      <p:grpSpPr>
        <a:xfrm>
          <a:off x="0" y="0"/>
          <a:ext cx="0" cy="0"/>
          <a:chOff x="0" y="0"/>
          <a:chExt cx="0" cy="0"/>
        </a:xfrm>
      </p:grpSpPr>
      <p:sp>
        <p:nvSpPr>
          <p:cNvPr name="Freeform 2" id="2"/>
          <p:cNvSpPr/>
          <p:nvPr/>
        </p:nvSpPr>
        <p:spPr>
          <a:xfrm flipH="false" flipV="false" rot="-5760000">
            <a:off x="-7926711" y="1532199"/>
            <a:ext cx="11447928" cy="7222602"/>
          </a:xfrm>
          <a:custGeom>
            <a:avLst/>
            <a:gdLst/>
            <a:ahLst/>
            <a:cxnLst/>
            <a:rect r="r" b="b" t="t" l="l"/>
            <a:pathLst>
              <a:path h="7222602" w="11447928">
                <a:moveTo>
                  <a:pt x="0" y="0"/>
                </a:moveTo>
                <a:lnTo>
                  <a:pt x="11447927" y="0"/>
                </a:lnTo>
                <a:lnTo>
                  <a:pt x="11447927" y="7222602"/>
                </a:lnTo>
                <a:lnTo>
                  <a:pt x="0" y="7222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60000">
            <a:off x="14728720" y="1532199"/>
            <a:ext cx="11447928" cy="7222602"/>
          </a:xfrm>
          <a:custGeom>
            <a:avLst/>
            <a:gdLst/>
            <a:ahLst/>
            <a:cxnLst/>
            <a:rect r="r" b="b" t="t" l="l"/>
            <a:pathLst>
              <a:path h="7222602" w="11447928">
                <a:moveTo>
                  <a:pt x="0" y="0"/>
                </a:moveTo>
                <a:lnTo>
                  <a:pt x="11447928" y="0"/>
                </a:lnTo>
                <a:lnTo>
                  <a:pt x="11447928" y="7222602"/>
                </a:lnTo>
                <a:lnTo>
                  <a:pt x="0" y="7222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360000">
            <a:off x="1892739" y="2070317"/>
            <a:ext cx="14763084" cy="6394408"/>
            <a:chOff x="0" y="0"/>
            <a:chExt cx="3888220" cy="1684124"/>
          </a:xfrm>
        </p:grpSpPr>
        <p:sp>
          <p:nvSpPr>
            <p:cNvPr name="Freeform 5" id="5"/>
            <p:cNvSpPr/>
            <p:nvPr/>
          </p:nvSpPr>
          <p:spPr>
            <a:xfrm flipH="false" flipV="false" rot="0">
              <a:off x="0" y="0"/>
              <a:ext cx="3888220" cy="1684124"/>
            </a:xfrm>
            <a:custGeom>
              <a:avLst/>
              <a:gdLst/>
              <a:ahLst/>
              <a:cxnLst/>
              <a:rect r="r" b="b" t="t" l="l"/>
              <a:pathLst>
                <a:path h="1684124" w="3888220">
                  <a:moveTo>
                    <a:pt x="26745" y="0"/>
                  </a:moveTo>
                  <a:lnTo>
                    <a:pt x="3861475" y="0"/>
                  </a:lnTo>
                  <a:cubicBezTo>
                    <a:pt x="3868568" y="0"/>
                    <a:pt x="3875370" y="2818"/>
                    <a:pt x="3880386" y="7833"/>
                  </a:cubicBezTo>
                  <a:cubicBezTo>
                    <a:pt x="3885402" y="12849"/>
                    <a:pt x="3888220" y="19652"/>
                    <a:pt x="3888220" y="26745"/>
                  </a:cubicBezTo>
                  <a:lnTo>
                    <a:pt x="3888220" y="1657379"/>
                  </a:lnTo>
                  <a:cubicBezTo>
                    <a:pt x="3888220" y="1664472"/>
                    <a:pt x="3885402" y="1671275"/>
                    <a:pt x="3880386" y="1676290"/>
                  </a:cubicBezTo>
                  <a:cubicBezTo>
                    <a:pt x="3875370" y="1681306"/>
                    <a:pt x="3868568" y="1684124"/>
                    <a:pt x="3861475" y="1684124"/>
                  </a:cubicBezTo>
                  <a:lnTo>
                    <a:pt x="26745" y="1684124"/>
                  </a:lnTo>
                  <a:cubicBezTo>
                    <a:pt x="19652" y="1684124"/>
                    <a:pt x="12849" y="1681306"/>
                    <a:pt x="7833" y="1676290"/>
                  </a:cubicBezTo>
                  <a:cubicBezTo>
                    <a:pt x="2818" y="1671275"/>
                    <a:pt x="0" y="1664472"/>
                    <a:pt x="0" y="1657379"/>
                  </a:cubicBezTo>
                  <a:lnTo>
                    <a:pt x="0" y="26745"/>
                  </a:lnTo>
                  <a:cubicBezTo>
                    <a:pt x="0" y="19652"/>
                    <a:pt x="2818" y="12849"/>
                    <a:pt x="7833" y="7833"/>
                  </a:cubicBezTo>
                  <a:cubicBezTo>
                    <a:pt x="12849" y="2818"/>
                    <a:pt x="19652" y="0"/>
                    <a:pt x="26745" y="0"/>
                  </a:cubicBezTo>
                  <a:close/>
                </a:path>
              </a:pathLst>
            </a:custGeom>
            <a:solidFill>
              <a:srgbClr val="000000"/>
            </a:solidFill>
            <a:ln w="38100" cap="rnd">
              <a:solidFill>
                <a:srgbClr val="000000"/>
              </a:solidFill>
              <a:prstDash val="solid"/>
              <a:round/>
            </a:ln>
          </p:spPr>
        </p:sp>
        <p:sp>
          <p:nvSpPr>
            <p:cNvPr name="TextBox 6" id="6"/>
            <p:cNvSpPr txBox="true"/>
            <p:nvPr/>
          </p:nvSpPr>
          <p:spPr>
            <a:xfrm>
              <a:off x="0" y="-28575"/>
              <a:ext cx="3888220" cy="171269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7740000">
            <a:off x="14524808" y="122860"/>
            <a:ext cx="1146185" cy="1146185"/>
          </a:xfrm>
          <a:custGeom>
            <a:avLst/>
            <a:gdLst/>
            <a:ahLst/>
            <a:cxnLst/>
            <a:rect r="r" b="b" t="t" l="l"/>
            <a:pathLst>
              <a:path h="1146185" w="1146185">
                <a:moveTo>
                  <a:pt x="0" y="0"/>
                </a:moveTo>
                <a:lnTo>
                  <a:pt x="1146184" y="0"/>
                </a:lnTo>
                <a:lnTo>
                  <a:pt x="1146184" y="1146184"/>
                </a:lnTo>
                <a:lnTo>
                  <a:pt x="0" y="11461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360000">
            <a:off x="1740339" y="1917917"/>
            <a:ext cx="14763084" cy="6394408"/>
            <a:chOff x="0" y="0"/>
            <a:chExt cx="3888220" cy="1684124"/>
          </a:xfrm>
        </p:grpSpPr>
        <p:sp>
          <p:nvSpPr>
            <p:cNvPr name="Freeform 9" id="9"/>
            <p:cNvSpPr/>
            <p:nvPr/>
          </p:nvSpPr>
          <p:spPr>
            <a:xfrm flipH="false" flipV="false" rot="0">
              <a:off x="0" y="0"/>
              <a:ext cx="3888220" cy="1684124"/>
            </a:xfrm>
            <a:custGeom>
              <a:avLst/>
              <a:gdLst/>
              <a:ahLst/>
              <a:cxnLst/>
              <a:rect r="r" b="b" t="t" l="l"/>
              <a:pathLst>
                <a:path h="1684124" w="3888220">
                  <a:moveTo>
                    <a:pt x="26745" y="0"/>
                  </a:moveTo>
                  <a:lnTo>
                    <a:pt x="3861475" y="0"/>
                  </a:lnTo>
                  <a:cubicBezTo>
                    <a:pt x="3868568" y="0"/>
                    <a:pt x="3875370" y="2818"/>
                    <a:pt x="3880386" y="7833"/>
                  </a:cubicBezTo>
                  <a:cubicBezTo>
                    <a:pt x="3885402" y="12849"/>
                    <a:pt x="3888220" y="19652"/>
                    <a:pt x="3888220" y="26745"/>
                  </a:cubicBezTo>
                  <a:lnTo>
                    <a:pt x="3888220" y="1657379"/>
                  </a:lnTo>
                  <a:cubicBezTo>
                    <a:pt x="3888220" y="1664472"/>
                    <a:pt x="3885402" y="1671275"/>
                    <a:pt x="3880386" y="1676290"/>
                  </a:cubicBezTo>
                  <a:cubicBezTo>
                    <a:pt x="3875370" y="1681306"/>
                    <a:pt x="3868568" y="1684124"/>
                    <a:pt x="3861475" y="1684124"/>
                  </a:cubicBezTo>
                  <a:lnTo>
                    <a:pt x="26745" y="1684124"/>
                  </a:lnTo>
                  <a:cubicBezTo>
                    <a:pt x="19652" y="1684124"/>
                    <a:pt x="12849" y="1681306"/>
                    <a:pt x="7833" y="1676290"/>
                  </a:cubicBezTo>
                  <a:cubicBezTo>
                    <a:pt x="2818" y="1671275"/>
                    <a:pt x="0" y="1664472"/>
                    <a:pt x="0" y="1657379"/>
                  </a:cubicBezTo>
                  <a:lnTo>
                    <a:pt x="0" y="26745"/>
                  </a:lnTo>
                  <a:cubicBezTo>
                    <a:pt x="0" y="19652"/>
                    <a:pt x="2818" y="12849"/>
                    <a:pt x="7833" y="7833"/>
                  </a:cubicBezTo>
                  <a:cubicBezTo>
                    <a:pt x="12849" y="2818"/>
                    <a:pt x="19652" y="0"/>
                    <a:pt x="26745" y="0"/>
                  </a:cubicBezTo>
                  <a:close/>
                </a:path>
              </a:pathLst>
            </a:custGeom>
            <a:solidFill>
              <a:srgbClr val="9DB4A4"/>
            </a:solidFill>
            <a:ln w="38100" cap="rnd">
              <a:solidFill>
                <a:srgbClr val="000000"/>
              </a:solidFill>
              <a:prstDash val="solid"/>
              <a:round/>
            </a:ln>
          </p:spPr>
        </p:sp>
        <p:sp>
          <p:nvSpPr>
            <p:cNvPr name="TextBox 10" id="10"/>
            <p:cNvSpPr txBox="true"/>
            <p:nvPr/>
          </p:nvSpPr>
          <p:spPr>
            <a:xfrm>
              <a:off x="0" y="-28575"/>
              <a:ext cx="3888220" cy="171269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360000">
            <a:off x="1830071" y="2135281"/>
            <a:ext cx="14408622" cy="4769792"/>
            <a:chOff x="0" y="0"/>
            <a:chExt cx="3794863" cy="1256242"/>
          </a:xfrm>
        </p:grpSpPr>
        <p:sp>
          <p:nvSpPr>
            <p:cNvPr name="Freeform 12" id="12"/>
            <p:cNvSpPr/>
            <p:nvPr/>
          </p:nvSpPr>
          <p:spPr>
            <a:xfrm flipH="false" flipV="false" rot="0">
              <a:off x="0" y="0"/>
              <a:ext cx="3794863" cy="1256242"/>
            </a:xfrm>
            <a:custGeom>
              <a:avLst/>
              <a:gdLst/>
              <a:ahLst/>
              <a:cxnLst/>
              <a:rect r="r" b="b" t="t" l="l"/>
              <a:pathLst>
                <a:path h="1256242" w="3794863">
                  <a:moveTo>
                    <a:pt x="27403" y="0"/>
                  </a:moveTo>
                  <a:lnTo>
                    <a:pt x="3767460" y="0"/>
                  </a:lnTo>
                  <a:cubicBezTo>
                    <a:pt x="3774728" y="0"/>
                    <a:pt x="3781698" y="2887"/>
                    <a:pt x="3786837" y="8026"/>
                  </a:cubicBezTo>
                  <a:cubicBezTo>
                    <a:pt x="3791976" y="13165"/>
                    <a:pt x="3794863" y="20135"/>
                    <a:pt x="3794863" y="27403"/>
                  </a:cubicBezTo>
                  <a:lnTo>
                    <a:pt x="3794863" y="1228839"/>
                  </a:lnTo>
                  <a:cubicBezTo>
                    <a:pt x="3794863" y="1243973"/>
                    <a:pt x="3782595" y="1256242"/>
                    <a:pt x="3767460" y="1256242"/>
                  </a:cubicBezTo>
                  <a:lnTo>
                    <a:pt x="27403" y="1256242"/>
                  </a:lnTo>
                  <a:cubicBezTo>
                    <a:pt x="12269" y="1256242"/>
                    <a:pt x="0" y="1243973"/>
                    <a:pt x="0" y="1228839"/>
                  </a:cubicBezTo>
                  <a:lnTo>
                    <a:pt x="0" y="27403"/>
                  </a:lnTo>
                  <a:cubicBezTo>
                    <a:pt x="0" y="12269"/>
                    <a:pt x="12269" y="0"/>
                    <a:pt x="27403" y="0"/>
                  </a:cubicBezTo>
                  <a:close/>
                </a:path>
              </a:pathLst>
            </a:custGeom>
            <a:solidFill>
              <a:srgbClr val="FFF7EB"/>
            </a:solidFill>
            <a:ln w="38100" cap="rnd">
              <a:solidFill>
                <a:srgbClr val="000000"/>
              </a:solidFill>
              <a:prstDash val="solid"/>
              <a:round/>
            </a:ln>
          </p:spPr>
        </p:sp>
        <p:sp>
          <p:nvSpPr>
            <p:cNvPr name="TextBox 13" id="13"/>
            <p:cNvSpPr txBox="true"/>
            <p:nvPr/>
          </p:nvSpPr>
          <p:spPr>
            <a:xfrm>
              <a:off x="0" y="-28575"/>
              <a:ext cx="3794863" cy="1284817"/>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165767">
            <a:off x="14305866" y="495200"/>
            <a:ext cx="2736414" cy="1432886"/>
          </a:xfrm>
          <a:custGeom>
            <a:avLst/>
            <a:gdLst/>
            <a:ahLst/>
            <a:cxnLst/>
            <a:rect r="r" b="b" t="t" l="l"/>
            <a:pathLst>
              <a:path h="1432886" w="2736414">
                <a:moveTo>
                  <a:pt x="0" y="0"/>
                </a:moveTo>
                <a:lnTo>
                  <a:pt x="2736415" y="0"/>
                </a:lnTo>
                <a:lnTo>
                  <a:pt x="2736415" y="1432886"/>
                </a:lnTo>
                <a:lnTo>
                  <a:pt x="0" y="1432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360000">
            <a:off x="37514" y="7700124"/>
            <a:ext cx="3170486" cy="1060672"/>
          </a:xfrm>
          <a:custGeom>
            <a:avLst/>
            <a:gdLst/>
            <a:ahLst/>
            <a:cxnLst/>
            <a:rect r="r" b="b" t="t" l="l"/>
            <a:pathLst>
              <a:path h="1060672" w="3170486">
                <a:moveTo>
                  <a:pt x="0" y="0"/>
                </a:moveTo>
                <a:lnTo>
                  <a:pt x="3170486" y="0"/>
                </a:lnTo>
                <a:lnTo>
                  <a:pt x="3170486" y="1060672"/>
                </a:lnTo>
                <a:lnTo>
                  <a:pt x="0" y="10606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360000">
            <a:off x="1279014" y="100276"/>
            <a:ext cx="1924129" cy="1924129"/>
          </a:xfrm>
          <a:custGeom>
            <a:avLst/>
            <a:gdLst/>
            <a:ahLst/>
            <a:cxnLst/>
            <a:rect r="r" b="b" t="t" l="l"/>
            <a:pathLst>
              <a:path h="1924129" w="1924129">
                <a:moveTo>
                  <a:pt x="0" y="0"/>
                </a:moveTo>
                <a:lnTo>
                  <a:pt x="1924129" y="0"/>
                </a:lnTo>
                <a:lnTo>
                  <a:pt x="1924129" y="1924129"/>
                </a:lnTo>
                <a:lnTo>
                  <a:pt x="0" y="19241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360000">
            <a:off x="15070668" y="8628229"/>
            <a:ext cx="1924129" cy="1924129"/>
          </a:xfrm>
          <a:custGeom>
            <a:avLst/>
            <a:gdLst/>
            <a:ahLst/>
            <a:cxnLst/>
            <a:rect r="r" b="b" t="t" l="l"/>
            <a:pathLst>
              <a:path h="1924129" w="1924129">
                <a:moveTo>
                  <a:pt x="0" y="0"/>
                </a:moveTo>
                <a:lnTo>
                  <a:pt x="1924129" y="0"/>
                </a:lnTo>
                <a:lnTo>
                  <a:pt x="1924129" y="1924130"/>
                </a:lnTo>
                <a:lnTo>
                  <a:pt x="0" y="1924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 id="18"/>
          <p:cNvSpPr txBox="true"/>
          <p:nvPr/>
        </p:nvSpPr>
        <p:spPr>
          <a:xfrm rot="-360000">
            <a:off x="2630167" y="2968502"/>
            <a:ext cx="12810422" cy="3122295"/>
          </a:xfrm>
          <a:prstGeom prst="rect">
            <a:avLst/>
          </a:prstGeom>
        </p:spPr>
        <p:txBody>
          <a:bodyPr anchor="t" rtlCol="false" tIns="0" lIns="0" bIns="0" rIns="0">
            <a:spAutoFit/>
          </a:bodyPr>
          <a:lstStyle/>
          <a:p>
            <a:pPr algn="ctr">
              <a:lnSpc>
                <a:spcPts val="8189"/>
              </a:lnSpc>
            </a:pPr>
            <a:r>
              <a:rPr lang="en-US" sz="6999">
                <a:solidFill>
                  <a:srgbClr val="0D4E4D"/>
                </a:solidFill>
                <a:latin typeface="Bold Ink"/>
                <a:ea typeface="Bold Ink"/>
                <a:cs typeface="Bold Ink"/>
                <a:sym typeface="Bold Ink"/>
              </a:rPr>
              <a:t>KF OLX – PLATFORM JUAL BELI ONLINE TERPERCAYA DI INDONESIA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7EB"/>
        </a:solidFill>
      </p:bgPr>
    </p:bg>
    <p:spTree>
      <p:nvGrpSpPr>
        <p:cNvPr id="1" name=""/>
        <p:cNvGrpSpPr/>
        <p:nvPr/>
      </p:nvGrpSpPr>
      <p:grpSpPr>
        <a:xfrm>
          <a:off x="0" y="0"/>
          <a:ext cx="0" cy="0"/>
          <a:chOff x="0" y="0"/>
          <a:chExt cx="0" cy="0"/>
        </a:xfrm>
      </p:grpSpPr>
      <p:sp>
        <p:nvSpPr>
          <p:cNvPr name="Freeform 2" id="2"/>
          <p:cNvSpPr/>
          <p:nvPr/>
        </p:nvSpPr>
        <p:spPr>
          <a:xfrm flipH="false" flipV="false" rot="0">
            <a:off x="1762458" y="-597922"/>
            <a:ext cx="1924129" cy="1924129"/>
          </a:xfrm>
          <a:custGeom>
            <a:avLst/>
            <a:gdLst/>
            <a:ahLst/>
            <a:cxnLst/>
            <a:rect r="r" b="b" t="t" l="l"/>
            <a:pathLst>
              <a:path h="1924129" w="1924129">
                <a:moveTo>
                  <a:pt x="0" y="0"/>
                </a:moveTo>
                <a:lnTo>
                  <a:pt x="1924129" y="0"/>
                </a:lnTo>
                <a:lnTo>
                  <a:pt x="1924129" y="1924130"/>
                </a:lnTo>
                <a:lnTo>
                  <a:pt x="0" y="1924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857413" y="-580464"/>
            <a:ext cx="30002826" cy="11447928"/>
            <a:chOff x="0" y="0"/>
            <a:chExt cx="40003767" cy="15263904"/>
          </a:xfrm>
        </p:grpSpPr>
        <p:sp>
          <p:nvSpPr>
            <p:cNvPr name="Freeform 4" id="4"/>
            <p:cNvSpPr/>
            <p:nvPr/>
          </p:nvSpPr>
          <p:spPr>
            <a:xfrm flipH="false" flipV="false" rot="-5400000">
              <a:off x="-2816884"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27556748"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6" id="6"/>
          <p:cNvGrpSpPr/>
          <p:nvPr/>
        </p:nvGrpSpPr>
        <p:grpSpPr>
          <a:xfrm rot="0">
            <a:off x="1762458" y="1163527"/>
            <a:ext cx="14763084" cy="7959946"/>
            <a:chOff x="0" y="0"/>
            <a:chExt cx="3888220" cy="2096447"/>
          </a:xfrm>
        </p:grpSpPr>
        <p:sp>
          <p:nvSpPr>
            <p:cNvPr name="Freeform 7" id="7"/>
            <p:cNvSpPr/>
            <p:nvPr/>
          </p:nvSpPr>
          <p:spPr>
            <a:xfrm flipH="false" flipV="false" rot="0">
              <a:off x="0" y="0"/>
              <a:ext cx="3888220" cy="2096447"/>
            </a:xfrm>
            <a:custGeom>
              <a:avLst/>
              <a:gdLst/>
              <a:ahLst/>
              <a:cxnLst/>
              <a:rect r="r" b="b" t="t" l="l"/>
              <a:pathLst>
                <a:path h="2096447" w="3888220">
                  <a:moveTo>
                    <a:pt x="26745" y="0"/>
                  </a:moveTo>
                  <a:lnTo>
                    <a:pt x="3861475" y="0"/>
                  </a:lnTo>
                  <a:cubicBezTo>
                    <a:pt x="3868568" y="0"/>
                    <a:pt x="3875370" y="2818"/>
                    <a:pt x="3880386" y="7833"/>
                  </a:cubicBezTo>
                  <a:cubicBezTo>
                    <a:pt x="3885402" y="12849"/>
                    <a:pt x="3888220" y="19652"/>
                    <a:pt x="3888220" y="26745"/>
                  </a:cubicBezTo>
                  <a:lnTo>
                    <a:pt x="3888220" y="2069702"/>
                  </a:lnTo>
                  <a:cubicBezTo>
                    <a:pt x="3888220" y="2084473"/>
                    <a:pt x="3876246" y="2096447"/>
                    <a:pt x="3861475" y="2096447"/>
                  </a:cubicBezTo>
                  <a:lnTo>
                    <a:pt x="26745" y="2096447"/>
                  </a:lnTo>
                  <a:cubicBezTo>
                    <a:pt x="19652" y="2096447"/>
                    <a:pt x="12849" y="2093629"/>
                    <a:pt x="7833" y="2088613"/>
                  </a:cubicBezTo>
                  <a:cubicBezTo>
                    <a:pt x="2818" y="2083598"/>
                    <a:pt x="0" y="2076795"/>
                    <a:pt x="0" y="2069702"/>
                  </a:cubicBezTo>
                  <a:lnTo>
                    <a:pt x="0" y="26745"/>
                  </a:lnTo>
                  <a:cubicBezTo>
                    <a:pt x="0" y="19652"/>
                    <a:pt x="2818" y="12849"/>
                    <a:pt x="7833" y="7833"/>
                  </a:cubicBezTo>
                  <a:cubicBezTo>
                    <a:pt x="12849" y="2818"/>
                    <a:pt x="19652" y="0"/>
                    <a:pt x="26745" y="0"/>
                  </a:cubicBezTo>
                  <a:close/>
                </a:path>
              </a:pathLst>
            </a:custGeom>
            <a:solidFill>
              <a:srgbClr val="9DB4A4"/>
            </a:solidFill>
            <a:ln w="38100" cap="rnd">
              <a:solidFill>
                <a:srgbClr val="000000"/>
              </a:solidFill>
              <a:prstDash val="solid"/>
              <a:round/>
            </a:ln>
          </p:spPr>
        </p:sp>
        <p:sp>
          <p:nvSpPr>
            <p:cNvPr name="TextBox 8" id="8"/>
            <p:cNvSpPr txBox="true"/>
            <p:nvPr/>
          </p:nvSpPr>
          <p:spPr>
            <a:xfrm>
              <a:off x="0" y="-28575"/>
              <a:ext cx="3888220" cy="212502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894065" y="2955326"/>
            <a:ext cx="14408622" cy="5980869"/>
            <a:chOff x="0" y="0"/>
            <a:chExt cx="3794863" cy="1575208"/>
          </a:xfrm>
        </p:grpSpPr>
        <p:sp>
          <p:nvSpPr>
            <p:cNvPr name="Freeform 10" id="10"/>
            <p:cNvSpPr/>
            <p:nvPr/>
          </p:nvSpPr>
          <p:spPr>
            <a:xfrm flipH="false" flipV="false" rot="0">
              <a:off x="0" y="0"/>
              <a:ext cx="3794863" cy="1575208"/>
            </a:xfrm>
            <a:custGeom>
              <a:avLst/>
              <a:gdLst/>
              <a:ahLst/>
              <a:cxnLst/>
              <a:rect r="r" b="b" t="t" l="l"/>
              <a:pathLst>
                <a:path h="1575208" w="3794863">
                  <a:moveTo>
                    <a:pt x="27403" y="0"/>
                  </a:moveTo>
                  <a:lnTo>
                    <a:pt x="3767460" y="0"/>
                  </a:lnTo>
                  <a:cubicBezTo>
                    <a:pt x="3774728" y="0"/>
                    <a:pt x="3781698" y="2887"/>
                    <a:pt x="3786837" y="8026"/>
                  </a:cubicBezTo>
                  <a:cubicBezTo>
                    <a:pt x="3791976" y="13165"/>
                    <a:pt x="3794863" y="20135"/>
                    <a:pt x="3794863" y="27403"/>
                  </a:cubicBezTo>
                  <a:lnTo>
                    <a:pt x="3794863" y="1547806"/>
                  </a:lnTo>
                  <a:cubicBezTo>
                    <a:pt x="3794863" y="1562940"/>
                    <a:pt x="3782595" y="1575208"/>
                    <a:pt x="3767460" y="1575208"/>
                  </a:cubicBezTo>
                  <a:lnTo>
                    <a:pt x="27403" y="1575208"/>
                  </a:lnTo>
                  <a:cubicBezTo>
                    <a:pt x="12269" y="1575208"/>
                    <a:pt x="0" y="1562940"/>
                    <a:pt x="0" y="1547806"/>
                  </a:cubicBezTo>
                  <a:lnTo>
                    <a:pt x="0" y="27403"/>
                  </a:lnTo>
                  <a:cubicBezTo>
                    <a:pt x="0" y="12269"/>
                    <a:pt x="12269" y="0"/>
                    <a:pt x="27403" y="0"/>
                  </a:cubicBezTo>
                  <a:close/>
                </a:path>
              </a:pathLst>
            </a:custGeom>
            <a:solidFill>
              <a:srgbClr val="0D4E4D"/>
            </a:solidFill>
            <a:ln w="38100" cap="rnd">
              <a:solidFill>
                <a:srgbClr val="000000"/>
              </a:solidFill>
              <a:prstDash val="solid"/>
              <a:round/>
            </a:ln>
          </p:spPr>
        </p:sp>
        <p:sp>
          <p:nvSpPr>
            <p:cNvPr name="TextBox 11" id="11"/>
            <p:cNvSpPr txBox="true"/>
            <p:nvPr/>
          </p:nvSpPr>
          <p:spPr>
            <a:xfrm>
              <a:off x="0" y="-28575"/>
              <a:ext cx="3794863" cy="1603783"/>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28361" y="1424968"/>
            <a:ext cx="14797181" cy="1407349"/>
          </a:xfrm>
          <a:prstGeom prst="rect">
            <a:avLst/>
          </a:prstGeom>
        </p:spPr>
        <p:txBody>
          <a:bodyPr anchor="t" rtlCol="false" tIns="0" lIns="0" bIns="0" rIns="0">
            <a:spAutoFit/>
          </a:bodyPr>
          <a:lstStyle/>
          <a:p>
            <a:pPr algn="ctr">
              <a:lnSpc>
                <a:spcPts val="10978"/>
              </a:lnSpc>
            </a:pPr>
            <a:r>
              <a:rPr lang="en-US" sz="9383">
                <a:solidFill>
                  <a:srgbClr val="FFF7EB"/>
                </a:solidFill>
                <a:latin typeface="League Gothic"/>
                <a:ea typeface="League Gothic"/>
                <a:cs typeface="League Gothic"/>
                <a:sym typeface="League Gothic"/>
              </a:rPr>
              <a:t>ANGGOTA KELOMPOK</a:t>
            </a:r>
          </a:p>
        </p:txBody>
      </p:sp>
      <p:sp>
        <p:nvSpPr>
          <p:cNvPr name="Freeform 13" id="13"/>
          <p:cNvSpPr/>
          <p:nvPr/>
        </p:nvSpPr>
        <p:spPr>
          <a:xfrm flipH="false" flipV="false" rot="0">
            <a:off x="14785952" y="9324935"/>
            <a:ext cx="1924129" cy="1924129"/>
          </a:xfrm>
          <a:custGeom>
            <a:avLst/>
            <a:gdLst/>
            <a:ahLst/>
            <a:cxnLst/>
            <a:rect r="r" b="b" t="t" l="l"/>
            <a:pathLst>
              <a:path h="1924129" w="1924129">
                <a:moveTo>
                  <a:pt x="0" y="0"/>
                </a:moveTo>
                <a:lnTo>
                  <a:pt x="1924130" y="0"/>
                </a:lnTo>
                <a:lnTo>
                  <a:pt x="1924130" y="1924130"/>
                </a:lnTo>
                <a:lnTo>
                  <a:pt x="0" y="1924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0" y="8593137"/>
            <a:ext cx="3170486" cy="1060672"/>
          </a:xfrm>
          <a:custGeom>
            <a:avLst/>
            <a:gdLst/>
            <a:ahLst/>
            <a:cxnLst/>
            <a:rect r="r" b="b" t="t" l="l"/>
            <a:pathLst>
              <a:path h="1060672" w="3170486">
                <a:moveTo>
                  <a:pt x="0" y="0"/>
                </a:moveTo>
                <a:lnTo>
                  <a:pt x="3170486" y="0"/>
                </a:lnTo>
                <a:lnTo>
                  <a:pt x="3170486" y="1060672"/>
                </a:lnTo>
                <a:lnTo>
                  <a:pt x="0" y="10606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525767">
            <a:off x="14879128" y="312257"/>
            <a:ext cx="2736414" cy="1432886"/>
          </a:xfrm>
          <a:custGeom>
            <a:avLst/>
            <a:gdLst/>
            <a:ahLst/>
            <a:cxnLst/>
            <a:rect r="r" b="b" t="t" l="l"/>
            <a:pathLst>
              <a:path h="1432886" w="2736414">
                <a:moveTo>
                  <a:pt x="0" y="0"/>
                </a:moveTo>
                <a:lnTo>
                  <a:pt x="2736414" y="0"/>
                </a:lnTo>
                <a:lnTo>
                  <a:pt x="2736414" y="1432886"/>
                </a:lnTo>
                <a:lnTo>
                  <a:pt x="0" y="14328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3302616" y="3764295"/>
            <a:ext cx="11483336" cy="3704737"/>
          </a:xfrm>
          <a:prstGeom prst="rect">
            <a:avLst/>
          </a:prstGeom>
        </p:spPr>
        <p:txBody>
          <a:bodyPr anchor="t" rtlCol="false" tIns="0" lIns="0" bIns="0" rIns="0">
            <a:spAutoFit/>
          </a:bodyPr>
          <a:lstStyle/>
          <a:p>
            <a:pPr algn="l" marL="748940" indent="-374470" lvl="1">
              <a:lnSpc>
                <a:spcPts val="5966"/>
              </a:lnSpc>
              <a:buFont typeface="Arial"/>
              <a:buChar char="•"/>
            </a:pPr>
            <a:r>
              <a:rPr lang="en-US" sz="3468" spc="260">
                <a:solidFill>
                  <a:srgbClr val="FFF7EB"/>
                </a:solidFill>
                <a:latin typeface="TT Octas"/>
                <a:ea typeface="TT Octas"/>
                <a:cs typeface="TT Octas"/>
                <a:sym typeface="TT Octas"/>
              </a:rPr>
              <a:t>1. ARDITYA IHZA PRAMANA PUTERA            ( 231011400397 )</a:t>
            </a:r>
          </a:p>
          <a:p>
            <a:pPr algn="l" marL="748940" indent="-374470" lvl="1">
              <a:lnSpc>
                <a:spcPts val="5966"/>
              </a:lnSpc>
              <a:buFont typeface="Arial"/>
              <a:buChar char="•"/>
            </a:pPr>
            <a:r>
              <a:rPr lang="en-US" sz="3468" spc="260">
                <a:solidFill>
                  <a:srgbClr val="FFF7EB"/>
                </a:solidFill>
                <a:latin typeface="TT Octas"/>
                <a:ea typeface="TT Octas"/>
                <a:cs typeface="TT Octas"/>
                <a:sym typeface="TT Octas"/>
              </a:rPr>
              <a:t>2. MEYLA FAIZA SYAMIDA                             ( 231011400678 )</a:t>
            </a:r>
          </a:p>
          <a:p>
            <a:pPr algn="l" marL="748940" indent="-374470" lvl="1">
              <a:lnSpc>
                <a:spcPts val="5966"/>
              </a:lnSpc>
              <a:buFont typeface="Arial"/>
              <a:buChar char="•"/>
            </a:pPr>
            <a:r>
              <a:rPr lang="en-US" sz="3468" spc="260">
                <a:solidFill>
                  <a:srgbClr val="FFF7EB"/>
                </a:solidFill>
                <a:latin typeface="TT Octas"/>
                <a:ea typeface="TT Octas"/>
                <a:cs typeface="TT Octas"/>
                <a:sym typeface="TT Octas"/>
              </a:rPr>
              <a:t>3. NABILA RAMADHANI SAVITRI HERWAN   ( 231011401254 )</a:t>
            </a:r>
          </a:p>
          <a:p>
            <a:pPr algn="l" marL="748940" indent="-374470" lvl="1">
              <a:lnSpc>
                <a:spcPts val="5966"/>
              </a:lnSpc>
              <a:buFont typeface="Arial"/>
              <a:buChar char="•"/>
            </a:pPr>
            <a:r>
              <a:rPr lang="en-US" sz="3468" spc="260">
                <a:solidFill>
                  <a:srgbClr val="FFF7EB"/>
                </a:solidFill>
                <a:latin typeface="TT Octas"/>
                <a:ea typeface="TT Octas"/>
                <a:cs typeface="TT Octas"/>
                <a:sym typeface="TT Octas"/>
              </a:rPr>
              <a:t>4. RIKI REZA RYANSYAH                               ( 231011400377 )</a:t>
            </a:r>
          </a:p>
          <a:p>
            <a:pPr algn="l" marL="748940" indent="-374470" lvl="1">
              <a:lnSpc>
                <a:spcPts val="5966"/>
              </a:lnSpc>
              <a:buFont typeface="Arial"/>
              <a:buChar char="•"/>
            </a:pPr>
            <a:r>
              <a:rPr lang="en-US" sz="3468" spc="260">
                <a:solidFill>
                  <a:srgbClr val="FFF7EB"/>
                </a:solidFill>
                <a:latin typeface="TT Octas"/>
                <a:ea typeface="TT Octas"/>
                <a:cs typeface="TT Octas"/>
                <a:sym typeface="TT Octas"/>
              </a:rPr>
              <a:t>5. TONY SETIAWAN                                        ( 231011403312 )</a:t>
            </a:r>
          </a:p>
        </p:txBody>
      </p:sp>
    </p:spTree>
  </p:cSld>
  <p:clrMapOvr>
    <a:masterClrMapping/>
  </p:clrMapOvr>
  <p:transition spd="fast">
    <p:cover dir="rd"/>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D4E4D"/>
        </a:solidFill>
      </p:bgPr>
    </p:bg>
    <p:spTree>
      <p:nvGrpSpPr>
        <p:cNvPr id="1" name=""/>
        <p:cNvGrpSpPr/>
        <p:nvPr/>
      </p:nvGrpSpPr>
      <p:grpSpPr>
        <a:xfrm>
          <a:off x="0" y="0"/>
          <a:ext cx="0" cy="0"/>
          <a:chOff x="0" y="0"/>
          <a:chExt cx="0" cy="0"/>
        </a:xfrm>
      </p:grpSpPr>
      <p:grpSp>
        <p:nvGrpSpPr>
          <p:cNvPr name="Group 2" id="2"/>
          <p:cNvGrpSpPr/>
          <p:nvPr/>
        </p:nvGrpSpPr>
        <p:grpSpPr>
          <a:xfrm rot="0">
            <a:off x="-5857413" y="-580464"/>
            <a:ext cx="30002826" cy="11447928"/>
            <a:chOff x="0" y="0"/>
            <a:chExt cx="40003767" cy="15263904"/>
          </a:xfrm>
        </p:grpSpPr>
        <p:sp>
          <p:nvSpPr>
            <p:cNvPr name="Freeform 3" id="3"/>
            <p:cNvSpPr/>
            <p:nvPr/>
          </p:nvSpPr>
          <p:spPr>
            <a:xfrm flipH="false" flipV="false" rot="-5400000">
              <a:off x="-2816884"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7556748"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762458" y="1163527"/>
            <a:ext cx="14763084" cy="7959946"/>
            <a:chOff x="0" y="0"/>
            <a:chExt cx="3888220" cy="2096447"/>
          </a:xfrm>
        </p:grpSpPr>
        <p:sp>
          <p:nvSpPr>
            <p:cNvPr name="Freeform 6" id="6"/>
            <p:cNvSpPr/>
            <p:nvPr/>
          </p:nvSpPr>
          <p:spPr>
            <a:xfrm flipH="false" flipV="false" rot="0">
              <a:off x="0" y="0"/>
              <a:ext cx="3888220" cy="2096447"/>
            </a:xfrm>
            <a:custGeom>
              <a:avLst/>
              <a:gdLst/>
              <a:ahLst/>
              <a:cxnLst/>
              <a:rect r="r" b="b" t="t" l="l"/>
              <a:pathLst>
                <a:path h="2096447" w="3888220">
                  <a:moveTo>
                    <a:pt x="26745" y="0"/>
                  </a:moveTo>
                  <a:lnTo>
                    <a:pt x="3861475" y="0"/>
                  </a:lnTo>
                  <a:cubicBezTo>
                    <a:pt x="3868568" y="0"/>
                    <a:pt x="3875370" y="2818"/>
                    <a:pt x="3880386" y="7833"/>
                  </a:cubicBezTo>
                  <a:cubicBezTo>
                    <a:pt x="3885402" y="12849"/>
                    <a:pt x="3888220" y="19652"/>
                    <a:pt x="3888220" y="26745"/>
                  </a:cubicBezTo>
                  <a:lnTo>
                    <a:pt x="3888220" y="2069702"/>
                  </a:lnTo>
                  <a:cubicBezTo>
                    <a:pt x="3888220" y="2084473"/>
                    <a:pt x="3876246" y="2096447"/>
                    <a:pt x="3861475" y="2096447"/>
                  </a:cubicBezTo>
                  <a:lnTo>
                    <a:pt x="26745" y="2096447"/>
                  </a:lnTo>
                  <a:cubicBezTo>
                    <a:pt x="19652" y="2096447"/>
                    <a:pt x="12849" y="2093629"/>
                    <a:pt x="7833" y="2088613"/>
                  </a:cubicBezTo>
                  <a:cubicBezTo>
                    <a:pt x="2818" y="2083598"/>
                    <a:pt x="0" y="2076795"/>
                    <a:pt x="0" y="2069702"/>
                  </a:cubicBezTo>
                  <a:lnTo>
                    <a:pt x="0" y="26745"/>
                  </a:lnTo>
                  <a:cubicBezTo>
                    <a:pt x="0" y="19652"/>
                    <a:pt x="2818" y="12849"/>
                    <a:pt x="7833" y="7833"/>
                  </a:cubicBezTo>
                  <a:cubicBezTo>
                    <a:pt x="12849" y="2818"/>
                    <a:pt x="19652" y="0"/>
                    <a:pt x="26745" y="0"/>
                  </a:cubicBezTo>
                  <a:close/>
                </a:path>
              </a:pathLst>
            </a:custGeom>
            <a:solidFill>
              <a:srgbClr val="9DB4A4"/>
            </a:solidFill>
            <a:ln w="38100" cap="rnd">
              <a:solidFill>
                <a:srgbClr val="000000"/>
              </a:solidFill>
              <a:prstDash val="solid"/>
              <a:round/>
            </a:ln>
          </p:spPr>
        </p:sp>
        <p:sp>
          <p:nvSpPr>
            <p:cNvPr name="TextBox 7" id="7"/>
            <p:cNvSpPr txBox="true"/>
            <p:nvPr/>
          </p:nvSpPr>
          <p:spPr>
            <a:xfrm>
              <a:off x="0" y="-38100"/>
              <a:ext cx="3888220" cy="213454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939689" y="2955326"/>
            <a:ext cx="14408622" cy="5980869"/>
            <a:chOff x="0" y="0"/>
            <a:chExt cx="3794863" cy="1575208"/>
          </a:xfrm>
        </p:grpSpPr>
        <p:sp>
          <p:nvSpPr>
            <p:cNvPr name="Freeform 9" id="9"/>
            <p:cNvSpPr/>
            <p:nvPr/>
          </p:nvSpPr>
          <p:spPr>
            <a:xfrm flipH="false" flipV="false" rot="0">
              <a:off x="0" y="0"/>
              <a:ext cx="3794863" cy="1575208"/>
            </a:xfrm>
            <a:custGeom>
              <a:avLst/>
              <a:gdLst/>
              <a:ahLst/>
              <a:cxnLst/>
              <a:rect r="r" b="b" t="t" l="l"/>
              <a:pathLst>
                <a:path h="1575208" w="3794863">
                  <a:moveTo>
                    <a:pt x="27403" y="0"/>
                  </a:moveTo>
                  <a:lnTo>
                    <a:pt x="3767460" y="0"/>
                  </a:lnTo>
                  <a:cubicBezTo>
                    <a:pt x="3774728" y="0"/>
                    <a:pt x="3781698" y="2887"/>
                    <a:pt x="3786837" y="8026"/>
                  </a:cubicBezTo>
                  <a:cubicBezTo>
                    <a:pt x="3791976" y="13165"/>
                    <a:pt x="3794863" y="20135"/>
                    <a:pt x="3794863" y="27403"/>
                  </a:cubicBezTo>
                  <a:lnTo>
                    <a:pt x="3794863" y="1547806"/>
                  </a:lnTo>
                  <a:cubicBezTo>
                    <a:pt x="3794863" y="1562940"/>
                    <a:pt x="3782595" y="1575208"/>
                    <a:pt x="3767460" y="1575208"/>
                  </a:cubicBezTo>
                  <a:lnTo>
                    <a:pt x="27403" y="1575208"/>
                  </a:lnTo>
                  <a:cubicBezTo>
                    <a:pt x="12269" y="1575208"/>
                    <a:pt x="0" y="1562940"/>
                    <a:pt x="0" y="1547806"/>
                  </a:cubicBezTo>
                  <a:lnTo>
                    <a:pt x="0" y="27403"/>
                  </a:lnTo>
                  <a:cubicBezTo>
                    <a:pt x="0" y="12269"/>
                    <a:pt x="12269" y="0"/>
                    <a:pt x="27403" y="0"/>
                  </a:cubicBezTo>
                  <a:close/>
                </a:path>
              </a:pathLst>
            </a:custGeom>
            <a:solidFill>
              <a:srgbClr val="FFF7EB"/>
            </a:solidFill>
            <a:ln w="38100" cap="rnd">
              <a:solidFill>
                <a:srgbClr val="000000"/>
              </a:solidFill>
              <a:prstDash val="solid"/>
              <a:round/>
            </a:ln>
          </p:spPr>
        </p:sp>
        <p:sp>
          <p:nvSpPr>
            <p:cNvPr name="TextBox 10" id="10"/>
            <p:cNvSpPr txBox="true"/>
            <p:nvPr/>
          </p:nvSpPr>
          <p:spPr>
            <a:xfrm>
              <a:off x="0" y="-38100"/>
              <a:ext cx="3794863" cy="161330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728361" y="1424968"/>
            <a:ext cx="14797181" cy="1425583"/>
          </a:xfrm>
          <a:prstGeom prst="rect">
            <a:avLst/>
          </a:prstGeom>
        </p:spPr>
        <p:txBody>
          <a:bodyPr anchor="t" rtlCol="false" tIns="0" lIns="0" bIns="0" rIns="0">
            <a:spAutoFit/>
          </a:bodyPr>
          <a:lstStyle/>
          <a:p>
            <a:pPr algn="ctr">
              <a:lnSpc>
                <a:spcPts val="11117"/>
              </a:lnSpc>
            </a:pPr>
            <a:r>
              <a:rPr lang="en-US" sz="9501">
                <a:solidFill>
                  <a:srgbClr val="FFF7EB"/>
                </a:solidFill>
                <a:latin typeface="Bold Ink"/>
                <a:ea typeface="Bold Ink"/>
                <a:cs typeface="Bold Ink"/>
                <a:sym typeface="Bold Ink"/>
              </a:rPr>
              <a:t>LATAR BELAKANG</a:t>
            </a:r>
          </a:p>
        </p:txBody>
      </p:sp>
      <p:sp>
        <p:nvSpPr>
          <p:cNvPr name="Freeform 12" id="12"/>
          <p:cNvSpPr/>
          <p:nvPr/>
        </p:nvSpPr>
        <p:spPr>
          <a:xfrm flipH="false" flipV="false" rot="0">
            <a:off x="1939689" y="9502166"/>
            <a:ext cx="1924129" cy="1924129"/>
          </a:xfrm>
          <a:custGeom>
            <a:avLst/>
            <a:gdLst/>
            <a:ahLst/>
            <a:cxnLst/>
            <a:rect r="r" b="b" t="t" l="l"/>
            <a:pathLst>
              <a:path h="1924129" w="1924129">
                <a:moveTo>
                  <a:pt x="0" y="0"/>
                </a:moveTo>
                <a:lnTo>
                  <a:pt x="1924129" y="0"/>
                </a:lnTo>
                <a:lnTo>
                  <a:pt x="1924129" y="1924129"/>
                </a:lnTo>
                <a:lnTo>
                  <a:pt x="0" y="19241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4114243" y="-962065"/>
            <a:ext cx="1924129" cy="1924129"/>
          </a:xfrm>
          <a:custGeom>
            <a:avLst/>
            <a:gdLst/>
            <a:ahLst/>
            <a:cxnLst/>
            <a:rect r="r" b="b" t="t" l="l"/>
            <a:pathLst>
              <a:path h="1924129" w="1924129">
                <a:moveTo>
                  <a:pt x="0" y="0"/>
                </a:moveTo>
                <a:lnTo>
                  <a:pt x="1924129" y="0"/>
                </a:lnTo>
                <a:lnTo>
                  <a:pt x="1924129" y="1924130"/>
                </a:lnTo>
                <a:lnTo>
                  <a:pt x="0" y="1924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4940299" y="8405859"/>
            <a:ext cx="3170486" cy="1060672"/>
          </a:xfrm>
          <a:custGeom>
            <a:avLst/>
            <a:gdLst/>
            <a:ahLst/>
            <a:cxnLst/>
            <a:rect r="r" b="b" t="t" l="l"/>
            <a:pathLst>
              <a:path h="1060672" w="3170486">
                <a:moveTo>
                  <a:pt x="0" y="0"/>
                </a:moveTo>
                <a:lnTo>
                  <a:pt x="3170486" y="0"/>
                </a:lnTo>
                <a:lnTo>
                  <a:pt x="3170486" y="1060672"/>
                </a:lnTo>
                <a:lnTo>
                  <a:pt x="0" y="10606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905751">
            <a:off x="1168072" y="447084"/>
            <a:ext cx="2736414" cy="1432886"/>
          </a:xfrm>
          <a:custGeom>
            <a:avLst/>
            <a:gdLst/>
            <a:ahLst/>
            <a:cxnLst/>
            <a:rect r="r" b="b" t="t" l="l"/>
            <a:pathLst>
              <a:path h="1432886" w="2736414">
                <a:moveTo>
                  <a:pt x="0" y="0"/>
                </a:moveTo>
                <a:lnTo>
                  <a:pt x="2736414" y="0"/>
                </a:lnTo>
                <a:lnTo>
                  <a:pt x="2736414" y="1432886"/>
                </a:lnTo>
                <a:lnTo>
                  <a:pt x="0" y="14328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2536279" y="3288865"/>
            <a:ext cx="13502093" cy="4867808"/>
          </a:xfrm>
          <a:prstGeom prst="rect">
            <a:avLst/>
          </a:prstGeom>
        </p:spPr>
        <p:txBody>
          <a:bodyPr anchor="t" rtlCol="false" tIns="0" lIns="0" bIns="0" rIns="0">
            <a:spAutoFit/>
          </a:bodyPr>
          <a:lstStyle/>
          <a:p>
            <a:pPr algn="just">
              <a:lnSpc>
                <a:spcPts val="3932"/>
              </a:lnSpc>
            </a:pPr>
            <a:r>
              <a:rPr lang="en-US" sz="2809">
                <a:solidFill>
                  <a:srgbClr val="0D4E4D"/>
                </a:solidFill>
                <a:latin typeface="TT Octas"/>
                <a:ea typeface="TT Octas"/>
                <a:cs typeface="TT Octas"/>
                <a:sym typeface="TT Octas"/>
              </a:rPr>
              <a:t>Perkembangan teknologi informasi yang sangat pesat membuat kegiatan jual beli tidak lagi terbatas pada pasar tradisional. Masyarakat kini lebih memilih melakukan transaksi secara online karena lebih praktis, cepat, dan efisien. Namun, masih banyak pengguna yang kesulitan menemukan platform jual beli yang aman, terpercaya, dan mudah digunakan.</a:t>
            </a:r>
          </a:p>
          <a:p>
            <a:pPr algn="just">
              <a:lnSpc>
                <a:spcPts val="3932"/>
              </a:lnSpc>
            </a:pPr>
            <a:r>
              <a:rPr lang="en-US" sz="2809">
                <a:solidFill>
                  <a:srgbClr val="0D4E4D"/>
                </a:solidFill>
                <a:latin typeface="TT Octas"/>
                <a:ea typeface="TT Octas"/>
                <a:cs typeface="TT Octas"/>
                <a:sym typeface="TT Octas"/>
              </a:rPr>
              <a:t>dibuatlah website KF OLX, sebuah platform jual beli online yang memungkinkan pengguna untuk menjual dan membeli barang baru maupun bekas dengan mudah. </a:t>
            </a:r>
          </a:p>
          <a:p>
            <a:pPr algn="just">
              <a:lnSpc>
                <a:spcPts val="3932"/>
              </a:lnSpc>
            </a:pPr>
            <a:r>
              <a:rPr lang="en-US" sz="2809">
                <a:solidFill>
                  <a:srgbClr val="0D4E4D"/>
                </a:solidFill>
                <a:latin typeface="TT Octas"/>
                <a:ea typeface="TT Octas"/>
                <a:cs typeface="TT Octas"/>
                <a:sym typeface="TT Octas"/>
              </a:rPr>
              <a:t>Dengan tampilan yang menarik dan responsif, KF OLX diharapkan menjadi solusi efektif bagi masyarakat dalam melakukan transaksi secara digital, serta membantu UMKM dan individu dalam memperluas jangkauan pasar mereka.</a:t>
            </a:r>
          </a:p>
          <a:p>
            <a:pPr algn="just">
              <a:lnSpc>
                <a:spcPts val="3358"/>
              </a:lnSpc>
            </a:pPr>
          </a:p>
        </p:txBody>
      </p:sp>
    </p:spTree>
  </p:cSld>
  <p:clrMapOvr>
    <a:masterClrMapping/>
  </p:clrMapOvr>
  <p:transition spd="fast">
    <p:cover dir="rd"/>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D4E4D"/>
        </a:solidFill>
      </p:bgPr>
    </p:bg>
    <p:spTree>
      <p:nvGrpSpPr>
        <p:cNvPr id="1" name=""/>
        <p:cNvGrpSpPr/>
        <p:nvPr/>
      </p:nvGrpSpPr>
      <p:grpSpPr>
        <a:xfrm>
          <a:off x="0" y="0"/>
          <a:ext cx="0" cy="0"/>
          <a:chOff x="0" y="0"/>
          <a:chExt cx="0" cy="0"/>
        </a:xfrm>
      </p:grpSpPr>
      <p:grpSp>
        <p:nvGrpSpPr>
          <p:cNvPr name="Group 2" id="2"/>
          <p:cNvGrpSpPr/>
          <p:nvPr/>
        </p:nvGrpSpPr>
        <p:grpSpPr>
          <a:xfrm rot="0">
            <a:off x="-5857413" y="-580464"/>
            <a:ext cx="30002826" cy="11447928"/>
            <a:chOff x="0" y="0"/>
            <a:chExt cx="40003767" cy="15263904"/>
          </a:xfrm>
        </p:grpSpPr>
        <p:sp>
          <p:nvSpPr>
            <p:cNvPr name="Freeform 3" id="3"/>
            <p:cNvSpPr/>
            <p:nvPr/>
          </p:nvSpPr>
          <p:spPr>
            <a:xfrm flipH="false" flipV="false" rot="-5400000">
              <a:off x="-2816884"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7556748"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762458" y="1163527"/>
            <a:ext cx="14763084" cy="7959946"/>
            <a:chOff x="0" y="0"/>
            <a:chExt cx="3888220" cy="2096447"/>
          </a:xfrm>
        </p:grpSpPr>
        <p:sp>
          <p:nvSpPr>
            <p:cNvPr name="Freeform 6" id="6"/>
            <p:cNvSpPr/>
            <p:nvPr/>
          </p:nvSpPr>
          <p:spPr>
            <a:xfrm flipH="false" flipV="false" rot="0">
              <a:off x="0" y="0"/>
              <a:ext cx="3888220" cy="2096447"/>
            </a:xfrm>
            <a:custGeom>
              <a:avLst/>
              <a:gdLst/>
              <a:ahLst/>
              <a:cxnLst/>
              <a:rect r="r" b="b" t="t" l="l"/>
              <a:pathLst>
                <a:path h="2096447" w="3888220">
                  <a:moveTo>
                    <a:pt x="26745" y="0"/>
                  </a:moveTo>
                  <a:lnTo>
                    <a:pt x="3861475" y="0"/>
                  </a:lnTo>
                  <a:cubicBezTo>
                    <a:pt x="3868568" y="0"/>
                    <a:pt x="3875370" y="2818"/>
                    <a:pt x="3880386" y="7833"/>
                  </a:cubicBezTo>
                  <a:cubicBezTo>
                    <a:pt x="3885402" y="12849"/>
                    <a:pt x="3888220" y="19652"/>
                    <a:pt x="3888220" y="26745"/>
                  </a:cubicBezTo>
                  <a:lnTo>
                    <a:pt x="3888220" y="2069702"/>
                  </a:lnTo>
                  <a:cubicBezTo>
                    <a:pt x="3888220" y="2084473"/>
                    <a:pt x="3876246" y="2096447"/>
                    <a:pt x="3861475" y="2096447"/>
                  </a:cubicBezTo>
                  <a:lnTo>
                    <a:pt x="26745" y="2096447"/>
                  </a:lnTo>
                  <a:cubicBezTo>
                    <a:pt x="19652" y="2096447"/>
                    <a:pt x="12849" y="2093629"/>
                    <a:pt x="7833" y="2088613"/>
                  </a:cubicBezTo>
                  <a:cubicBezTo>
                    <a:pt x="2818" y="2083598"/>
                    <a:pt x="0" y="2076795"/>
                    <a:pt x="0" y="2069702"/>
                  </a:cubicBezTo>
                  <a:lnTo>
                    <a:pt x="0" y="26745"/>
                  </a:lnTo>
                  <a:cubicBezTo>
                    <a:pt x="0" y="19652"/>
                    <a:pt x="2818" y="12849"/>
                    <a:pt x="7833" y="7833"/>
                  </a:cubicBezTo>
                  <a:cubicBezTo>
                    <a:pt x="12849" y="2818"/>
                    <a:pt x="19652" y="0"/>
                    <a:pt x="26745" y="0"/>
                  </a:cubicBezTo>
                  <a:close/>
                </a:path>
              </a:pathLst>
            </a:custGeom>
            <a:solidFill>
              <a:srgbClr val="9DB4A4"/>
            </a:solidFill>
            <a:ln w="38100" cap="rnd">
              <a:solidFill>
                <a:srgbClr val="000000"/>
              </a:solidFill>
              <a:prstDash val="solid"/>
              <a:round/>
            </a:ln>
          </p:spPr>
        </p:sp>
        <p:sp>
          <p:nvSpPr>
            <p:cNvPr name="TextBox 7" id="7"/>
            <p:cNvSpPr txBox="true"/>
            <p:nvPr/>
          </p:nvSpPr>
          <p:spPr>
            <a:xfrm>
              <a:off x="0" y="-38100"/>
              <a:ext cx="3888220" cy="213454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939689" y="2955326"/>
            <a:ext cx="14408622" cy="5980869"/>
            <a:chOff x="0" y="0"/>
            <a:chExt cx="3794863" cy="1575208"/>
          </a:xfrm>
        </p:grpSpPr>
        <p:sp>
          <p:nvSpPr>
            <p:cNvPr name="Freeform 9" id="9"/>
            <p:cNvSpPr/>
            <p:nvPr/>
          </p:nvSpPr>
          <p:spPr>
            <a:xfrm flipH="false" flipV="false" rot="0">
              <a:off x="0" y="0"/>
              <a:ext cx="3794863" cy="1575208"/>
            </a:xfrm>
            <a:custGeom>
              <a:avLst/>
              <a:gdLst/>
              <a:ahLst/>
              <a:cxnLst/>
              <a:rect r="r" b="b" t="t" l="l"/>
              <a:pathLst>
                <a:path h="1575208" w="3794863">
                  <a:moveTo>
                    <a:pt x="27403" y="0"/>
                  </a:moveTo>
                  <a:lnTo>
                    <a:pt x="3767460" y="0"/>
                  </a:lnTo>
                  <a:cubicBezTo>
                    <a:pt x="3774728" y="0"/>
                    <a:pt x="3781698" y="2887"/>
                    <a:pt x="3786837" y="8026"/>
                  </a:cubicBezTo>
                  <a:cubicBezTo>
                    <a:pt x="3791976" y="13165"/>
                    <a:pt x="3794863" y="20135"/>
                    <a:pt x="3794863" y="27403"/>
                  </a:cubicBezTo>
                  <a:lnTo>
                    <a:pt x="3794863" y="1547806"/>
                  </a:lnTo>
                  <a:cubicBezTo>
                    <a:pt x="3794863" y="1562940"/>
                    <a:pt x="3782595" y="1575208"/>
                    <a:pt x="3767460" y="1575208"/>
                  </a:cubicBezTo>
                  <a:lnTo>
                    <a:pt x="27403" y="1575208"/>
                  </a:lnTo>
                  <a:cubicBezTo>
                    <a:pt x="12269" y="1575208"/>
                    <a:pt x="0" y="1562940"/>
                    <a:pt x="0" y="1547806"/>
                  </a:cubicBezTo>
                  <a:lnTo>
                    <a:pt x="0" y="27403"/>
                  </a:lnTo>
                  <a:cubicBezTo>
                    <a:pt x="0" y="12269"/>
                    <a:pt x="12269" y="0"/>
                    <a:pt x="27403" y="0"/>
                  </a:cubicBezTo>
                  <a:close/>
                </a:path>
              </a:pathLst>
            </a:custGeom>
            <a:solidFill>
              <a:srgbClr val="FFF7EB"/>
            </a:solidFill>
            <a:ln w="38100" cap="rnd">
              <a:solidFill>
                <a:srgbClr val="000000"/>
              </a:solidFill>
              <a:prstDash val="solid"/>
              <a:round/>
            </a:ln>
          </p:spPr>
        </p:sp>
        <p:sp>
          <p:nvSpPr>
            <p:cNvPr name="TextBox 10" id="10"/>
            <p:cNvSpPr txBox="true"/>
            <p:nvPr/>
          </p:nvSpPr>
          <p:spPr>
            <a:xfrm>
              <a:off x="0" y="-38100"/>
              <a:ext cx="3794863" cy="161330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728361" y="1424968"/>
            <a:ext cx="14797181" cy="1425583"/>
          </a:xfrm>
          <a:prstGeom prst="rect">
            <a:avLst/>
          </a:prstGeom>
        </p:spPr>
        <p:txBody>
          <a:bodyPr anchor="t" rtlCol="false" tIns="0" lIns="0" bIns="0" rIns="0">
            <a:spAutoFit/>
          </a:bodyPr>
          <a:lstStyle/>
          <a:p>
            <a:pPr algn="ctr">
              <a:lnSpc>
                <a:spcPts val="11117"/>
              </a:lnSpc>
            </a:pPr>
            <a:r>
              <a:rPr lang="en-US" sz="9501">
                <a:solidFill>
                  <a:srgbClr val="FFF7EB"/>
                </a:solidFill>
                <a:latin typeface="Bold Ink"/>
                <a:ea typeface="Bold Ink"/>
                <a:cs typeface="Bold Ink"/>
                <a:sym typeface="Bold Ink"/>
              </a:rPr>
              <a:t>TUJUAN</a:t>
            </a:r>
          </a:p>
        </p:txBody>
      </p:sp>
      <p:sp>
        <p:nvSpPr>
          <p:cNvPr name="Freeform 12" id="12"/>
          <p:cNvSpPr/>
          <p:nvPr/>
        </p:nvSpPr>
        <p:spPr>
          <a:xfrm flipH="false" flipV="false" rot="0">
            <a:off x="1939689" y="9502166"/>
            <a:ext cx="1924129" cy="1924129"/>
          </a:xfrm>
          <a:custGeom>
            <a:avLst/>
            <a:gdLst/>
            <a:ahLst/>
            <a:cxnLst/>
            <a:rect r="r" b="b" t="t" l="l"/>
            <a:pathLst>
              <a:path h="1924129" w="1924129">
                <a:moveTo>
                  <a:pt x="0" y="0"/>
                </a:moveTo>
                <a:lnTo>
                  <a:pt x="1924129" y="0"/>
                </a:lnTo>
                <a:lnTo>
                  <a:pt x="1924129" y="1924129"/>
                </a:lnTo>
                <a:lnTo>
                  <a:pt x="0" y="19241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4114243" y="-962065"/>
            <a:ext cx="1924129" cy="1924129"/>
          </a:xfrm>
          <a:custGeom>
            <a:avLst/>
            <a:gdLst/>
            <a:ahLst/>
            <a:cxnLst/>
            <a:rect r="r" b="b" t="t" l="l"/>
            <a:pathLst>
              <a:path h="1924129" w="1924129">
                <a:moveTo>
                  <a:pt x="0" y="0"/>
                </a:moveTo>
                <a:lnTo>
                  <a:pt x="1924129" y="0"/>
                </a:lnTo>
                <a:lnTo>
                  <a:pt x="1924129" y="1924130"/>
                </a:lnTo>
                <a:lnTo>
                  <a:pt x="0" y="1924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4940299" y="8405859"/>
            <a:ext cx="3170486" cy="1060672"/>
          </a:xfrm>
          <a:custGeom>
            <a:avLst/>
            <a:gdLst/>
            <a:ahLst/>
            <a:cxnLst/>
            <a:rect r="r" b="b" t="t" l="l"/>
            <a:pathLst>
              <a:path h="1060672" w="3170486">
                <a:moveTo>
                  <a:pt x="0" y="0"/>
                </a:moveTo>
                <a:lnTo>
                  <a:pt x="3170486" y="0"/>
                </a:lnTo>
                <a:lnTo>
                  <a:pt x="3170486" y="1060672"/>
                </a:lnTo>
                <a:lnTo>
                  <a:pt x="0" y="10606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905751">
            <a:off x="1168072" y="447084"/>
            <a:ext cx="2736414" cy="1432886"/>
          </a:xfrm>
          <a:custGeom>
            <a:avLst/>
            <a:gdLst/>
            <a:ahLst/>
            <a:cxnLst/>
            <a:rect r="r" b="b" t="t" l="l"/>
            <a:pathLst>
              <a:path h="1432886" w="2736414">
                <a:moveTo>
                  <a:pt x="0" y="0"/>
                </a:moveTo>
                <a:lnTo>
                  <a:pt x="2736414" y="0"/>
                </a:lnTo>
                <a:lnTo>
                  <a:pt x="2736414" y="1432886"/>
                </a:lnTo>
                <a:lnTo>
                  <a:pt x="0" y="14328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2724523" y="3582987"/>
            <a:ext cx="13313849" cy="4302125"/>
          </a:xfrm>
          <a:prstGeom prst="rect">
            <a:avLst/>
          </a:prstGeom>
        </p:spPr>
        <p:txBody>
          <a:bodyPr anchor="t" rtlCol="false" tIns="0" lIns="0" bIns="0" rIns="0">
            <a:spAutoFit/>
          </a:bodyPr>
          <a:lstStyle/>
          <a:p>
            <a:pPr algn="just" marL="755647" indent="-377824" lvl="1">
              <a:lnSpc>
                <a:spcPts val="4899"/>
              </a:lnSpc>
              <a:buFont typeface="Arial"/>
              <a:buChar char="•"/>
            </a:pPr>
            <a:r>
              <a:rPr lang="en-US" sz="3499">
                <a:solidFill>
                  <a:srgbClr val="0D4E4D"/>
                </a:solidFill>
                <a:latin typeface="TT Octas"/>
                <a:ea typeface="TT Octas"/>
                <a:cs typeface="TT Octas"/>
                <a:sym typeface="TT Octas"/>
              </a:rPr>
              <a:t>Menyediakan wadah jual beli barang baru &amp; bekas secara online.</a:t>
            </a:r>
          </a:p>
          <a:p>
            <a:pPr algn="just" marL="755647" indent="-377824" lvl="1">
              <a:lnSpc>
                <a:spcPts val="4899"/>
              </a:lnSpc>
              <a:buFont typeface="Arial"/>
              <a:buChar char="•"/>
            </a:pPr>
            <a:r>
              <a:rPr lang="en-US" sz="3499">
                <a:solidFill>
                  <a:srgbClr val="0D4E4D"/>
                </a:solidFill>
                <a:latin typeface="TT Octas"/>
                <a:ea typeface="TT Octas"/>
                <a:cs typeface="TT Octas"/>
                <a:sym typeface="TT Octas"/>
              </a:rPr>
              <a:t>Mempermudah pengguna mencari, menjual, dan mempromosikan produk.</a:t>
            </a:r>
          </a:p>
          <a:p>
            <a:pPr algn="just" marL="755647" indent="-377824" lvl="1">
              <a:lnSpc>
                <a:spcPts val="4899"/>
              </a:lnSpc>
              <a:buFont typeface="Arial"/>
              <a:buChar char="•"/>
            </a:pPr>
            <a:r>
              <a:rPr lang="en-US" sz="3499">
                <a:solidFill>
                  <a:srgbClr val="0D4E4D"/>
                </a:solidFill>
                <a:latin typeface="TT Octas"/>
                <a:ea typeface="TT Octas"/>
                <a:cs typeface="TT Octas"/>
                <a:sym typeface="TT Octas"/>
              </a:rPr>
              <a:t>Menyediakan sistem yang aman, mudah digunakan, dan responsif.</a:t>
            </a:r>
          </a:p>
          <a:p>
            <a:pPr algn="just">
              <a:lnSpc>
                <a:spcPts val="4899"/>
              </a:lnSpc>
            </a:pPr>
          </a:p>
          <a:p>
            <a:pPr algn="just">
              <a:lnSpc>
                <a:spcPts val="4899"/>
              </a:lnSpc>
            </a:pPr>
            <a:r>
              <a:rPr lang="en-US" sz="3499">
                <a:solidFill>
                  <a:srgbClr val="0D4E4D"/>
                </a:solidFill>
                <a:latin typeface="TT Octas"/>
                <a:ea typeface="TT Octas"/>
                <a:cs typeface="TT Octas"/>
                <a:sym typeface="TT Octas"/>
              </a:rPr>
              <a:t>Secara ringkas, website bertujuan sebagai media multifungsi yang tidak hanya menyajikan informasi, tetapi juga mendukung komunikasi, branding, transaksi bisnis, dan hiburan secara digital untuk berbagai kalangan pengguna.</a:t>
            </a:r>
          </a:p>
        </p:txBody>
      </p:sp>
    </p:spTree>
  </p:cSld>
  <p:clrMapOvr>
    <a:masterClrMapping/>
  </p:clrMapOvr>
  <p:transition spd="fast">
    <p:cover dir="rd"/>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7EB"/>
        </a:solidFill>
      </p:bgPr>
    </p:bg>
    <p:spTree>
      <p:nvGrpSpPr>
        <p:cNvPr id="1" name=""/>
        <p:cNvGrpSpPr/>
        <p:nvPr/>
      </p:nvGrpSpPr>
      <p:grpSpPr>
        <a:xfrm>
          <a:off x="0" y="0"/>
          <a:ext cx="0" cy="0"/>
          <a:chOff x="0" y="0"/>
          <a:chExt cx="0" cy="0"/>
        </a:xfrm>
      </p:grpSpPr>
      <p:sp>
        <p:nvSpPr>
          <p:cNvPr name="Freeform 2" id="2"/>
          <p:cNvSpPr/>
          <p:nvPr/>
        </p:nvSpPr>
        <p:spPr>
          <a:xfrm flipH="false" flipV="false" rot="0">
            <a:off x="1762458" y="-597922"/>
            <a:ext cx="1924129" cy="1924129"/>
          </a:xfrm>
          <a:custGeom>
            <a:avLst/>
            <a:gdLst/>
            <a:ahLst/>
            <a:cxnLst/>
            <a:rect r="r" b="b" t="t" l="l"/>
            <a:pathLst>
              <a:path h="1924129" w="1924129">
                <a:moveTo>
                  <a:pt x="0" y="0"/>
                </a:moveTo>
                <a:lnTo>
                  <a:pt x="1924129" y="0"/>
                </a:lnTo>
                <a:lnTo>
                  <a:pt x="1924129" y="1924130"/>
                </a:lnTo>
                <a:lnTo>
                  <a:pt x="0" y="1924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857413" y="-580464"/>
            <a:ext cx="30002826" cy="11447928"/>
            <a:chOff x="0" y="0"/>
            <a:chExt cx="40003767" cy="15263904"/>
          </a:xfrm>
        </p:grpSpPr>
        <p:sp>
          <p:nvSpPr>
            <p:cNvPr name="Freeform 4" id="4"/>
            <p:cNvSpPr/>
            <p:nvPr/>
          </p:nvSpPr>
          <p:spPr>
            <a:xfrm flipH="false" flipV="false" rot="-5400000">
              <a:off x="-2816884"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27556748"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6" id="6"/>
          <p:cNvGrpSpPr/>
          <p:nvPr/>
        </p:nvGrpSpPr>
        <p:grpSpPr>
          <a:xfrm rot="0">
            <a:off x="1762458" y="1163527"/>
            <a:ext cx="14763084" cy="7959946"/>
            <a:chOff x="0" y="0"/>
            <a:chExt cx="3888220" cy="2096447"/>
          </a:xfrm>
        </p:grpSpPr>
        <p:sp>
          <p:nvSpPr>
            <p:cNvPr name="Freeform 7" id="7"/>
            <p:cNvSpPr/>
            <p:nvPr/>
          </p:nvSpPr>
          <p:spPr>
            <a:xfrm flipH="false" flipV="false" rot="0">
              <a:off x="0" y="0"/>
              <a:ext cx="3888220" cy="2096447"/>
            </a:xfrm>
            <a:custGeom>
              <a:avLst/>
              <a:gdLst/>
              <a:ahLst/>
              <a:cxnLst/>
              <a:rect r="r" b="b" t="t" l="l"/>
              <a:pathLst>
                <a:path h="2096447" w="3888220">
                  <a:moveTo>
                    <a:pt x="26745" y="0"/>
                  </a:moveTo>
                  <a:lnTo>
                    <a:pt x="3861475" y="0"/>
                  </a:lnTo>
                  <a:cubicBezTo>
                    <a:pt x="3868568" y="0"/>
                    <a:pt x="3875370" y="2818"/>
                    <a:pt x="3880386" y="7833"/>
                  </a:cubicBezTo>
                  <a:cubicBezTo>
                    <a:pt x="3885402" y="12849"/>
                    <a:pt x="3888220" y="19652"/>
                    <a:pt x="3888220" y="26745"/>
                  </a:cubicBezTo>
                  <a:lnTo>
                    <a:pt x="3888220" y="2069702"/>
                  </a:lnTo>
                  <a:cubicBezTo>
                    <a:pt x="3888220" y="2084473"/>
                    <a:pt x="3876246" y="2096447"/>
                    <a:pt x="3861475" y="2096447"/>
                  </a:cubicBezTo>
                  <a:lnTo>
                    <a:pt x="26745" y="2096447"/>
                  </a:lnTo>
                  <a:cubicBezTo>
                    <a:pt x="19652" y="2096447"/>
                    <a:pt x="12849" y="2093629"/>
                    <a:pt x="7833" y="2088613"/>
                  </a:cubicBezTo>
                  <a:cubicBezTo>
                    <a:pt x="2818" y="2083598"/>
                    <a:pt x="0" y="2076795"/>
                    <a:pt x="0" y="2069702"/>
                  </a:cubicBezTo>
                  <a:lnTo>
                    <a:pt x="0" y="26745"/>
                  </a:lnTo>
                  <a:cubicBezTo>
                    <a:pt x="0" y="19652"/>
                    <a:pt x="2818" y="12849"/>
                    <a:pt x="7833" y="7833"/>
                  </a:cubicBezTo>
                  <a:cubicBezTo>
                    <a:pt x="12849" y="2818"/>
                    <a:pt x="19652" y="0"/>
                    <a:pt x="26745" y="0"/>
                  </a:cubicBezTo>
                  <a:close/>
                </a:path>
              </a:pathLst>
            </a:custGeom>
            <a:solidFill>
              <a:srgbClr val="9DB4A4"/>
            </a:solidFill>
            <a:ln w="38100" cap="rnd">
              <a:solidFill>
                <a:srgbClr val="000000"/>
              </a:solidFill>
              <a:prstDash val="solid"/>
              <a:round/>
            </a:ln>
          </p:spPr>
        </p:sp>
        <p:sp>
          <p:nvSpPr>
            <p:cNvPr name="TextBox 8" id="8"/>
            <p:cNvSpPr txBox="true"/>
            <p:nvPr/>
          </p:nvSpPr>
          <p:spPr>
            <a:xfrm>
              <a:off x="0" y="-38100"/>
              <a:ext cx="3888220" cy="213454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939689" y="2955326"/>
            <a:ext cx="14408622" cy="5980869"/>
            <a:chOff x="0" y="0"/>
            <a:chExt cx="3794863" cy="1575208"/>
          </a:xfrm>
        </p:grpSpPr>
        <p:sp>
          <p:nvSpPr>
            <p:cNvPr name="Freeform 10" id="10"/>
            <p:cNvSpPr/>
            <p:nvPr/>
          </p:nvSpPr>
          <p:spPr>
            <a:xfrm flipH="false" flipV="false" rot="0">
              <a:off x="0" y="0"/>
              <a:ext cx="3794863" cy="1575208"/>
            </a:xfrm>
            <a:custGeom>
              <a:avLst/>
              <a:gdLst/>
              <a:ahLst/>
              <a:cxnLst/>
              <a:rect r="r" b="b" t="t" l="l"/>
              <a:pathLst>
                <a:path h="1575208" w="3794863">
                  <a:moveTo>
                    <a:pt x="27403" y="0"/>
                  </a:moveTo>
                  <a:lnTo>
                    <a:pt x="3767460" y="0"/>
                  </a:lnTo>
                  <a:cubicBezTo>
                    <a:pt x="3774728" y="0"/>
                    <a:pt x="3781698" y="2887"/>
                    <a:pt x="3786837" y="8026"/>
                  </a:cubicBezTo>
                  <a:cubicBezTo>
                    <a:pt x="3791976" y="13165"/>
                    <a:pt x="3794863" y="20135"/>
                    <a:pt x="3794863" y="27403"/>
                  </a:cubicBezTo>
                  <a:lnTo>
                    <a:pt x="3794863" y="1547806"/>
                  </a:lnTo>
                  <a:cubicBezTo>
                    <a:pt x="3794863" y="1562940"/>
                    <a:pt x="3782595" y="1575208"/>
                    <a:pt x="3767460" y="1575208"/>
                  </a:cubicBezTo>
                  <a:lnTo>
                    <a:pt x="27403" y="1575208"/>
                  </a:lnTo>
                  <a:cubicBezTo>
                    <a:pt x="12269" y="1575208"/>
                    <a:pt x="0" y="1562940"/>
                    <a:pt x="0" y="1547806"/>
                  </a:cubicBezTo>
                  <a:lnTo>
                    <a:pt x="0" y="27403"/>
                  </a:lnTo>
                  <a:cubicBezTo>
                    <a:pt x="0" y="12269"/>
                    <a:pt x="12269" y="0"/>
                    <a:pt x="27403" y="0"/>
                  </a:cubicBezTo>
                  <a:close/>
                </a:path>
              </a:pathLst>
            </a:custGeom>
            <a:solidFill>
              <a:srgbClr val="0D4E4D"/>
            </a:solidFill>
            <a:ln w="38100" cap="rnd">
              <a:solidFill>
                <a:srgbClr val="000000"/>
              </a:solidFill>
              <a:prstDash val="solid"/>
              <a:round/>
            </a:ln>
          </p:spPr>
        </p:sp>
        <p:sp>
          <p:nvSpPr>
            <p:cNvPr name="TextBox 11" id="11"/>
            <p:cNvSpPr txBox="true"/>
            <p:nvPr/>
          </p:nvSpPr>
          <p:spPr>
            <a:xfrm>
              <a:off x="0" y="-38100"/>
              <a:ext cx="3794863" cy="1613308"/>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28361" y="1434493"/>
            <a:ext cx="14797181" cy="1309886"/>
          </a:xfrm>
          <a:prstGeom prst="rect">
            <a:avLst/>
          </a:prstGeom>
        </p:spPr>
        <p:txBody>
          <a:bodyPr anchor="t" rtlCol="false" tIns="0" lIns="0" bIns="0" rIns="0">
            <a:spAutoFit/>
          </a:bodyPr>
          <a:lstStyle/>
          <a:p>
            <a:pPr algn="ctr">
              <a:lnSpc>
                <a:spcPts val="10298"/>
              </a:lnSpc>
            </a:pPr>
            <a:r>
              <a:rPr lang="en-US" sz="8802">
                <a:solidFill>
                  <a:srgbClr val="FFF7EB"/>
                </a:solidFill>
                <a:latin typeface="Bold Ink"/>
                <a:ea typeface="Bold Ink"/>
                <a:cs typeface="Bold Ink"/>
                <a:sym typeface="Bold Ink"/>
              </a:rPr>
              <a:t>TAMPILAN HOMEPAGE</a:t>
            </a:r>
          </a:p>
        </p:txBody>
      </p:sp>
      <p:sp>
        <p:nvSpPr>
          <p:cNvPr name="Freeform 13" id="13"/>
          <p:cNvSpPr/>
          <p:nvPr/>
        </p:nvSpPr>
        <p:spPr>
          <a:xfrm flipH="false" flipV="false" rot="0">
            <a:off x="14785952" y="9324935"/>
            <a:ext cx="1924129" cy="1924129"/>
          </a:xfrm>
          <a:custGeom>
            <a:avLst/>
            <a:gdLst/>
            <a:ahLst/>
            <a:cxnLst/>
            <a:rect r="r" b="b" t="t" l="l"/>
            <a:pathLst>
              <a:path h="1924129" w="1924129">
                <a:moveTo>
                  <a:pt x="0" y="0"/>
                </a:moveTo>
                <a:lnTo>
                  <a:pt x="1924130" y="0"/>
                </a:lnTo>
                <a:lnTo>
                  <a:pt x="1924130" y="1924130"/>
                </a:lnTo>
                <a:lnTo>
                  <a:pt x="0" y="1924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0" y="8593137"/>
            <a:ext cx="3170486" cy="1060672"/>
          </a:xfrm>
          <a:custGeom>
            <a:avLst/>
            <a:gdLst/>
            <a:ahLst/>
            <a:cxnLst/>
            <a:rect r="r" b="b" t="t" l="l"/>
            <a:pathLst>
              <a:path h="1060672" w="3170486">
                <a:moveTo>
                  <a:pt x="0" y="0"/>
                </a:moveTo>
                <a:lnTo>
                  <a:pt x="3170486" y="0"/>
                </a:lnTo>
                <a:lnTo>
                  <a:pt x="3170486" y="1060672"/>
                </a:lnTo>
                <a:lnTo>
                  <a:pt x="0" y="10606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525767">
            <a:off x="14879128" y="312257"/>
            <a:ext cx="2736414" cy="1432886"/>
          </a:xfrm>
          <a:custGeom>
            <a:avLst/>
            <a:gdLst/>
            <a:ahLst/>
            <a:cxnLst/>
            <a:rect r="r" b="b" t="t" l="l"/>
            <a:pathLst>
              <a:path h="1432886" w="2736414">
                <a:moveTo>
                  <a:pt x="0" y="0"/>
                </a:moveTo>
                <a:lnTo>
                  <a:pt x="2736414" y="0"/>
                </a:lnTo>
                <a:lnTo>
                  <a:pt x="2736414" y="1432886"/>
                </a:lnTo>
                <a:lnTo>
                  <a:pt x="0" y="14328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6" id="16"/>
          <p:cNvGrpSpPr/>
          <p:nvPr/>
        </p:nvGrpSpPr>
        <p:grpSpPr>
          <a:xfrm rot="0">
            <a:off x="4932575" y="3346767"/>
            <a:ext cx="9546471" cy="5246370"/>
            <a:chOff x="0" y="0"/>
            <a:chExt cx="1478998" cy="812800"/>
          </a:xfrm>
        </p:grpSpPr>
        <p:sp>
          <p:nvSpPr>
            <p:cNvPr name="Freeform 17" id="17"/>
            <p:cNvSpPr/>
            <p:nvPr/>
          </p:nvSpPr>
          <p:spPr>
            <a:xfrm flipH="false" flipV="false" rot="0">
              <a:off x="0" y="0"/>
              <a:ext cx="1478998" cy="812800"/>
            </a:xfrm>
            <a:custGeom>
              <a:avLst/>
              <a:gdLst/>
              <a:ahLst/>
              <a:cxnLst/>
              <a:rect r="r" b="b" t="t" l="l"/>
              <a:pathLst>
                <a:path h="812800" w="1478998">
                  <a:moveTo>
                    <a:pt x="18652" y="0"/>
                  </a:moveTo>
                  <a:lnTo>
                    <a:pt x="1460346" y="0"/>
                  </a:lnTo>
                  <a:cubicBezTo>
                    <a:pt x="1465293" y="0"/>
                    <a:pt x="1470037" y="1965"/>
                    <a:pt x="1473535" y="5463"/>
                  </a:cubicBezTo>
                  <a:cubicBezTo>
                    <a:pt x="1477033" y="8961"/>
                    <a:pt x="1478998" y="13705"/>
                    <a:pt x="1478998" y="18652"/>
                  </a:cubicBezTo>
                  <a:lnTo>
                    <a:pt x="1478998" y="794148"/>
                  </a:lnTo>
                  <a:cubicBezTo>
                    <a:pt x="1478998" y="804449"/>
                    <a:pt x="1470647" y="812800"/>
                    <a:pt x="1460346" y="812800"/>
                  </a:cubicBezTo>
                  <a:lnTo>
                    <a:pt x="18652" y="812800"/>
                  </a:lnTo>
                  <a:cubicBezTo>
                    <a:pt x="13705" y="812800"/>
                    <a:pt x="8961" y="810835"/>
                    <a:pt x="5463" y="807337"/>
                  </a:cubicBezTo>
                  <a:cubicBezTo>
                    <a:pt x="1965" y="803839"/>
                    <a:pt x="0" y="799095"/>
                    <a:pt x="0" y="794148"/>
                  </a:cubicBezTo>
                  <a:lnTo>
                    <a:pt x="0" y="18652"/>
                  </a:lnTo>
                  <a:cubicBezTo>
                    <a:pt x="0" y="13705"/>
                    <a:pt x="1965" y="8961"/>
                    <a:pt x="5463" y="5463"/>
                  </a:cubicBezTo>
                  <a:cubicBezTo>
                    <a:pt x="8961" y="1965"/>
                    <a:pt x="13705" y="0"/>
                    <a:pt x="18652" y="0"/>
                  </a:cubicBezTo>
                  <a:close/>
                </a:path>
              </a:pathLst>
            </a:custGeom>
            <a:blipFill>
              <a:blip r:embed="rId10"/>
              <a:stretch>
                <a:fillRect l="-3746" t="0" r="-3746" b="0"/>
              </a:stretch>
            </a:blipFill>
            <a:ln w="95250" cap="rnd">
              <a:solidFill>
                <a:srgbClr val="000000"/>
              </a:solidFill>
              <a:prstDash val="solid"/>
              <a:round/>
            </a:ln>
          </p:spPr>
        </p:sp>
      </p:grpSp>
    </p:spTree>
  </p:cSld>
  <p:clrMapOvr>
    <a:masterClrMapping/>
  </p:clrMapOvr>
  <p:transition spd="fast">
    <p:cover dir="rd"/>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D4E4D"/>
        </a:solidFill>
      </p:bgPr>
    </p:bg>
    <p:spTree>
      <p:nvGrpSpPr>
        <p:cNvPr id="1" name=""/>
        <p:cNvGrpSpPr/>
        <p:nvPr/>
      </p:nvGrpSpPr>
      <p:grpSpPr>
        <a:xfrm>
          <a:off x="0" y="0"/>
          <a:ext cx="0" cy="0"/>
          <a:chOff x="0" y="0"/>
          <a:chExt cx="0" cy="0"/>
        </a:xfrm>
      </p:grpSpPr>
      <p:grpSp>
        <p:nvGrpSpPr>
          <p:cNvPr name="Group 2" id="2"/>
          <p:cNvGrpSpPr/>
          <p:nvPr/>
        </p:nvGrpSpPr>
        <p:grpSpPr>
          <a:xfrm rot="0">
            <a:off x="-5857413" y="-580464"/>
            <a:ext cx="30002826" cy="11447928"/>
            <a:chOff x="0" y="0"/>
            <a:chExt cx="40003767" cy="15263904"/>
          </a:xfrm>
        </p:grpSpPr>
        <p:sp>
          <p:nvSpPr>
            <p:cNvPr name="Freeform 3" id="3"/>
            <p:cNvSpPr/>
            <p:nvPr/>
          </p:nvSpPr>
          <p:spPr>
            <a:xfrm flipH="false" flipV="false" rot="-5400000">
              <a:off x="-2816884"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7556748"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762458" y="1163527"/>
            <a:ext cx="14763084" cy="7959946"/>
            <a:chOff x="0" y="0"/>
            <a:chExt cx="3888220" cy="2096447"/>
          </a:xfrm>
        </p:grpSpPr>
        <p:sp>
          <p:nvSpPr>
            <p:cNvPr name="Freeform 6" id="6"/>
            <p:cNvSpPr/>
            <p:nvPr/>
          </p:nvSpPr>
          <p:spPr>
            <a:xfrm flipH="false" flipV="false" rot="0">
              <a:off x="0" y="0"/>
              <a:ext cx="3888220" cy="2096447"/>
            </a:xfrm>
            <a:custGeom>
              <a:avLst/>
              <a:gdLst/>
              <a:ahLst/>
              <a:cxnLst/>
              <a:rect r="r" b="b" t="t" l="l"/>
              <a:pathLst>
                <a:path h="2096447" w="3888220">
                  <a:moveTo>
                    <a:pt x="26745" y="0"/>
                  </a:moveTo>
                  <a:lnTo>
                    <a:pt x="3861475" y="0"/>
                  </a:lnTo>
                  <a:cubicBezTo>
                    <a:pt x="3868568" y="0"/>
                    <a:pt x="3875370" y="2818"/>
                    <a:pt x="3880386" y="7833"/>
                  </a:cubicBezTo>
                  <a:cubicBezTo>
                    <a:pt x="3885402" y="12849"/>
                    <a:pt x="3888220" y="19652"/>
                    <a:pt x="3888220" y="26745"/>
                  </a:cubicBezTo>
                  <a:lnTo>
                    <a:pt x="3888220" y="2069702"/>
                  </a:lnTo>
                  <a:cubicBezTo>
                    <a:pt x="3888220" y="2084473"/>
                    <a:pt x="3876246" y="2096447"/>
                    <a:pt x="3861475" y="2096447"/>
                  </a:cubicBezTo>
                  <a:lnTo>
                    <a:pt x="26745" y="2096447"/>
                  </a:lnTo>
                  <a:cubicBezTo>
                    <a:pt x="19652" y="2096447"/>
                    <a:pt x="12849" y="2093629"/>
                    <a:pt x="7833" y="2088613"/>
                  </a:cubicBezTo>
                  <a:cubicBezTo>
                    <a:pt x="2818" y="2083598"/>
                    <a:pt x="0" y="2076795"/>
                    <a:pt x="0" y="2069702"/>
                  </a:cubicBezTo>
                  <a:lnTo>
                    <a:pt x="0" y="26745"/>
                  </a:lnTo>
                  <a:cubicBezTo>
                    <a:pt x="0" y="19652"/>
                    <a:pt x="2818" y="12849"/>
                    <a:pt x="7833" y="7833"/>
                  </a:cubicBezTo>
                  <a:cubicBezTo>
                    <a:pt x="12849" y="2818"/>
                    <a:pt x="19652" y="0"/>
                    <a:pt x="26745" y="0"/>
                  </a:cubicBezTo>
                  <a:close/>
                </a:path>
              </a:pathLst>
            </a:custGeom>
            <a:solidFill>
              <a:srgbClr val="9DB4A4"/>
            </a:solidFill>
            <a:ln w="38100" cap="rnd">
              <a:solidFill>
                <a:srgbClr val="000000"/>
              </a:solidFill>
              <a:prstDash val="solid"/>
              <a:round/>
            </a:ln>
          </p:spPr>
        </p:sp>
        <p:sp>
          <p:nvSpPr>
            <p:cNvPr name="TextBox 7" id="7"/>
            <p:cNvSpPr txBox="true"/>
            <p:nvPr/>
          </p:nvSpPr>
          <p:spPr>
            <a:xfrm>
              <a:off x="0" y="-38100"/>
              <a:ext cx="3888220" cy="213454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939689" y="2955326"/>
            <a:ext cx="14408622" cy="5980869"/>
            <a:chOff x="0" y="0"/>
            <a:chExt cx="3794863" cy="1575208"/>
          </a:xfrm>
        </p:grpSpPr>
        <p:sp>
          <p:nvSpPr>
            <p:cNvPr name="Freeform 9" id="9"/>
            <p:cNvSpPr/>
            <p:nvPr/>
          </p:nvSpPr>
          <p:spPr>
            <a:xfrm flipH="false" flipV="false" rot="0">
              <a:off x="0" y="0"/>
              <a:ext cx="3794863" cy="1575208"/>
            </a:xfrm>
            <a:custGeom>
              <a:avLst/>
              <a:gdLst/>
              <a:ahLst/>
              <a:cxnLst/>
              <a:rect r="r" b="b" t="t" l="l"/>
              <a:pathLst>
                <a:path h="1575208" w="3794863">
                  <a:moveTo>
                    <a:pt x="27403" y="0"/>
                  </a:moveTo>
                  <a:lnTo>
                    <a:pt x="3767460" y="0"/>
                  </a:lnTo>
                  <a:cubicBezTo>
                    <a:pt x="3774728" y="0"/>
                    <a:pt x="3781698" y="2887"/>
                    <a:pt x="3786837" y="8026"/>
                  </a:cubicBezTo>
                  <a:cubicBezTo>
                    <a:pt x="3791976" y="13165"/>
                    <a:pt x="3794863" y="20135"/>
                    <a:pt x="3794863" y="27403"/>
                  </a:cubicBezTo>
                  <a:lnTo>
                    <a:pt x="3794863" y="1547806"/>
                  </a:lnTo>
                  <a:cubicBezTo>
                    <a:pt x="3794863" y="1562940"/>
                    <a:pt x="3782595" y="1575208"/>
                    <a:pt x="3767460" y="1575208"/>
                  </a:cubicBezTo>
                  <a:lnTo>
                    <a:pt x="27403" y="1575208"/>
                  </a:lnTo>
                  <a:cubicBezTo>
                    <a:pt x="12269" y="1575208"/>
                    <a:pt x="0" y="1562940"/>
                    <a:pt x="0" y="1547806"/>
                  </a:cubicBezTo>
                  <a:lnTo>
                    <a:pt x="0" y="27403"/>
                  </a:lnTo>
                  <a:cubicBezTo>
                    <a:pt x="0" y="12269"/>
                    <a:pt x="12269" y="0"/>
                    <a:pt x="27403" y="0"/>
                  </a:cubicBezTo>
                  <a:close/>
                </a:path>
              </a:pathLst>
            </a:custGeom>
            <a:solidFill>
              <a:srgbClr val="FFF7EB"/>
            </a:solidFill>
            <a:ln w="38100" cap="rnd">
              <a:solidFill>
                <a:srgbClr val="000000"/>
              </a:solidFill>
              <a:prstDash val="solid"/>
              <a:round/>
            </a:ln>
          </p:spPr>
        </p:sp>
        <p:sp>
          <p:nvSpPr>
            <p:cNvPr name="TextBox 10" id="10"/>
            <p:cNvSpPr txBox="true"/>
            <p:nvPr/>
          </p:nvSpPr>
          <p:spPr>
            <a:xfrm>
              <a:off x="0" y="-38100"/>
              <a:ext cx="3794863" cy="161330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794613" y="1757228"/>
            <a:ext cx="14797181" cy="859926"/>
          </a:xfrm>
          <a:prstGeom prst="rect">
            <a:avLst/>
          </a:prstGeom>
        </p:spPr>
        <p:txBody>
          <a:bodyPr anchor="t" rtlCol="false" tIns="0" lIns="0" bIns="0" rIns="0">
            <a:spAutoFit/>
          </a:bodyPr>
          <a:lstStyle/>
          <a:p>
            <a:pPr algn="ctr">
              <a:lnSpc>
                <a:spcPts val="6671"/>
              </a:lnSpc>
            </a:pPr>
            <a:r>
              <a:rPr lang="en-US" sz="5702">
                <a:solidFill>
                  <a:srgbClr val="FFF7EB"/>
                </a:solidFill>
                <a:latin typeface="Bold Ink"/>
                <a:ea typeface="Bold Ink"/>
                <a:cs typeface="Bold Ink"/>
                <a:sym typeface="Bold Ink"/>
              </a:rPr>
              <a:t>FITUR UTAMA DARI TAMPILAN WEBSITE</a:t>
            </a:r>
          </a:p>
        </p:txBody>
      </p:sp>
      <p:sp>
        <p:nvSpPr>
          <p:cNvPr name="Freeform 12" id="12"/>
          <p:cNvSpPr/>
          <p:nvPr/>
        </p:nvSpPr>
        <p:spPr>
          <a:xfrm flipH="false" flipV="false" rot="0">
            <a:off x="1939689" y="9502166"/>
            <a:ext cx="1924129" cy="1924129"/>
          </a:xfrm>
          <a:custGeom>
            <a:avLst/>
            <a:gdLst/>
            <a:ahLst/>
            <a:cxnLst/>
            <a:rect r="r" b="b" t="t" l="l"/>
            <a:pathLst>
              <a:path h="1924129" w="1924129">
                <a:moveTo>
                  <a:pt x="0" y="0"/>
                </a:moveTo>
                <a:lnTo>
                  <a:pt x="1924129" y="0"/>
                </a:lnTo>
                <a:lnTo>
                  <a:pt x="1924129" y="1924129"/>
                </a:lnTo>
                <a:lnTo>
                  <a:pt x="0" y="19241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4114243" y="-962065"/>
            <a:ext cx="1924129" cy="1924129"/>
          </a:xfrm>
          <a:custGeom>
            <a:avLst/>
            <a:gdLst/>
            <a:ahLst/>
            <a:cxnLst/>
            <a:rect r="r" b="b" t="t" l="l"/>
            <a:pathLst>
              <a:path h="1924129" w="1924129">
                <a:moveTo>
                  <a:pt x="0" y="0"/>
                </a:moveTo>
                <a:lnTo>
                  <a:pt x="1924129" y="0"/>
                </a:lnTo>
                <a:lnTo>
                  <a:pt x="1924129" y="1924130"/>
                </a:lnTo>
                <a:lnTo>
                  <a:pt x="0" y="1924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4940299" y="8405859"/>
            <a:ext cx="3170486" cy="1060672"/>
          </a:xfrm>
          <a:custGeom>
            <a:avLst/>
            <a:gdLst/>
            <a:ahLst/>
            <a:cxnLst/>
            <a:rect r="r" b="b" t="t" l="l"/>
            <a:pathLst>
              <a:path h="1060672" w="3170486">
                <a:moveTo>
                  <a:pt x="0" y="0"/>
                </a:moveTo>
                <a:lnTo>
                  <a:pt x="3170486" y="0"/>
                </a:lnTo>
                <a:lnTo>
                  <a:pt x="3170486" y="1060672"/>
                </a:lnTo>
                <a:lnTo>
                  <a:pt x="0" y="10606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905751">
            <a:off x="1168072" y="447084"/>
            <a:ext cx="2736414" cy="1432886"/>
          </a:xfrm>
          <a:custGeom>
            <a:avLst/>
            <a:gdLst/>
            <a:ahLst/>
            <a:cxnLst/>
            <a:rect r="r" b="b" t="t" l="l"/>
            <a:pathLst>
              <a:path h="1432886" w="2736414">
                <a:moveTo>
                  <a:pt x="0" y="0"/>
                </a:moveTo>
                <a:lnTo>
                  <a:pt x="2736414" y="0"/>
                </a:lnTo>
                <a:lnTo>
                  <a:pt x="2736414" y="1432886"/>
                </a:lnTo>
                <a:lnTo>
                  <a:pt x="0" y="14328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2536279" y="3677233"/>
            <a:ext cx="13313849" cy="4302125"/>
          </a:xfrm>
          <a:prstGeom prst="rect">
            <a:avLst/>
          </a:prstGeom>
        </p:spPr>
        <p:txBody>
          <a:bodyPr anchor="t" rtlCol="false" tIns="0" lIns="0" bIns="0" rIns="0">
            <a:spAutoFit/>
          </a:bodyPr>
          <a:lstStyle/>
          <a:p>
            <a:pPr algn="just" marL="755647" indent="-377824" lvl="1">
              <a:lnSpc>
                <a:spcPts val="4899"/>
              </a:lnSpc>
              <a:buFont typeface="Arial"/>
              <a:buChar char="•"/>
            </a:pPr>
            <a:r>
              <a:rPr lang="en-US" sz="3499">
                <a:solidFill>
                  <a:srgbClr val="0D4E4D"/>
                </a:solidFill>
                <a:latin typeface="TT Octas"/>
                <a:ea typeface="TT Octas"/>
                <a:cs typeface="TT Octas"/>
                <a:sym typeface="TT Octas"/>
              </a:rPr>
              <a:t>Fitur pencarian berdasarkan : kategori, nama, lokasi</a:t>
            </a:r>
          </a:p>
          <a:p>
            <a:pPr algn="just" marL="755647" indent="-377824" lvl="1">
              <a:lnSpc>
                <a:spcPts val="4899"/>
              </a:lnSpc>
              <a:buFont typeface="Arial"/>
              <a:buChar char="•"/>
            </a:pPr>
            <a:r>
              <a:rPr lang="en-US" sz="3499">
                <a:solidFill>
                  <a:srgbClr val="0D4E4D"/>
                </a:solidFill>
                <a:latin typeface="TT Octas"/>
                <a:ea typeface="TT Octas"/>
                <a:cs typeface="TT Octas"/>
                <a:sym typeface="TT Octas"/>
              </a:rPr>
              <a:t>fitur kategori dimana akan menampilkan bedasarkan categori</a:t>
            </a:r>
          </a:p>
          <a:p>
            <a:pPr algn="just" marL="755647" indent="-377824" lvl="1">
              <a:lnSpc>
                <a:spcPts val="4899"/>
              </a:lnSpc>
              <a:buFont typeface="Arial"/>
              <a:buChar char="•"/>
            </a:pPr>
            <a:r>
              <a:rPr lang="en-US" sz="3499">
                <a:solidFill>
                  <a:srgbClr val="0D4E4D"/>
                </a:solidFill>
                <a:latin typeface="TT Octas"/>
                <a:ea typeface="TT Octas"/>
                <a:cs typeface="TT Octas"/>
                <a:sym typeface="TT Octas"/>
              </a:rPr>
              <a:t>fitur untuk melihat detail dari sebuah product &amp; bisa menghubungi penjual</a:t>
            </a:r>
          </a:p>
          <a:p>
            <a:pPr algn="just" marL="755647" indent="-377824" lvl="1">
              <a:lnSpc>
                <a:spcPts val="4899"/>
              </a:lnSpc>
              <a:buFont typeface="Arial"/>
              <a:buChar char="•"/>
            </a:pPr>
            <a:r>
              <a:rPr lang="en-US" sz="3499">
                <a:solidFill>
                  <a:srgbClr val="0D4E4D"/>
                </a:solidFill>
                <a:latin typeface="TT Octas"/>
                <a:ea typeface="TT Octas"/>
                <a:cs typeface="TT Octas"/>
                <a:sym typeface="TT Octas"/>
              </a:rPr>
              <a:t>fitur untuk pasang iklan/menambah kan post</a:t>
            </a:r>
          </a:p>
          <a:p>
            <a:pPr algn="just" marL="755647" indent="-377824" lvl="1">
              <a:lnSpc>
                <a:spcPts val="4899"/>
              </a:lnSpc>
              <a:buFont typeface="Arial"/>
              <a:buChar char="•"/>
            </a:pPr>
            <a:r>
              <a:rPr lang="en-US" sz="3499">
                <a:solidFill>
                  <a:srgbClr val="0D4E4D"/>
                </a:solidFill>
                <a:latin typeface="TT Octas"/>
                <a:ea typeface="TT Octas"/>
                <a:cs typeface="TT Octas"/>
                <a:sym typeface="TT Octas"/>
              </a:rPr>
              <a:t>fitur untuk manajemen iklan yg user sudah buat yaitu hapus &amp; delete</a:t>
            </a:r>
          </a:p>
          <a:p>
            <a:pPr algn="just">
              <a:lnSpc>
                <a:spcPts val="4899"/>
              </a:lnSpc>
            </a:pPr>
            <a:r>
              <a:rPr lang="en-US" sz="3499">
                <a:solidFill>
                  <a:srgbClr val="0D4E4D"/>
                </a:solidFill>
                <a:latin typeface="TT Octas"/>
                <a:ea typeface="TT Octas"/>
                <a:cs typeface="TT Octas"/>
                <a:sym typeface="TT Octas"/>
              </a:rPr>
              <a:t>Tampilan dibuat menarik dan mudah dipahami agar pengguna langsung fokus mencari produk.</a:t>
            </a:r>
          </a:p>
        </p:txBody>
      </p:sp>
    </p:spTree>
  </p:cSld>
  <p:clrMapOvr>
    <a:masterClrMapping/>
  </p:clrMapOvr>
  <p:transition spd="fast">
    <p:cover dir="rd"/>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D4E4D"/>
        </a:solidFill>
      </p:bgPr>
    </p:bg>
    <p:spTree>
      <p:nvGrpSpPr>
        <p:cNvPr id="1" name=""/>
        <p:cNvGrpSpPr/>
        <p:nvPr/>
      </p:nvGrpSpPr>
      <p:grpSpPr>
        <a:xfrm>
          <a:off x="0" y="0"/>
          <a:ext cx="0" cy="0"/>
          <a:chOff x="0" y="0"/>
          <a:chExt cx="0" cy="0"/>
        </a:xfrm>
      </p:grpSpPr>
      <p:grpSp>
        <p:nvGrpSpPr>
          <p:cNvPr name="Group 2" id="2"/>
          <p:cNvGrpSpPr/>
          <p:nvPr/>
        </p:nvGrpSpPr>
        <p:grpSpPr>
          <a:xfrm rot="0">
            <a:off x="-5857413" y="-580464"/>
            <a:ext cx="30002826" cy="11447928"/>
            <a:chOff x="0" y="0"/>
            <a:chExt cx="40003767" cy="15263904"/>
          </a:xfrm>
        </p:grpSpPr>
        <p:sp>
          <p:nvSpPr>
            <p:cNvPr name="Freeform 3" id="3"/>
            <p:cNvSpPr/>
            <p:nvPr/>
          </p:nvSpPr>
          <p:spPr>
            <a:xfrm flipH="false" flipV="false" rot="-5400000">
              <a:off x="-2816884"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7556748"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762458" y="1163527"/>
            <a:ext cx="14763084" cy="7959946"/>
            <a:chOff x="0" y="0"/>
            <a:chExt cx="3888220" cy="2096447"/>
          </a:xfrm>
        </p:grpSpPr>
        <p:sp>
          <p:nvSpPr>
            <p:cNvPr name="Freeform 6" id="6"/>
            <p:cNvSpPr/>
            <p:nvPr/>
          </p:nvSpPr>
          <p:spPr>
            <a:xfrm flipH="false" flipV="false" rot="0">
              <a:off x="0" y="0"/>
              <a:ext cx="3888220" cy="2096447"/>
            </a:xfrm>
            <a:custGeom>
              <a:avLst/>
              <a:gdLst/>
              <a:ahLst/>
              <a:cxnLst/>
              <a:rect r="r" b="b" t="t" l="l"/>
              <a:pathLst>
                <a:path h="2096447" w="3888220">
                  <a:moveTo>
                    <a:pt x="26745" y="0"/>
                  </a:moveTo>
                  <a:lnTo>
                    <a:pt x="3861475" y="0"/>
                  </a:lnTo>
                  <a:cubicBezTo>
                    <a:pt x="3868568" y="0"/>
                    <a:pt x="3875370" y="2818"/>
                    <a:pt x="3880386" y="7833"/>
                  </a:cubicBezTo>
                  <a:cubicBezTo>
                    <a:pt x="3885402" y="12849"/>
                    <a:pt x="3888220" y="19652"/>
                    <a:pt x="3888220" y="26745"/>
                  </a:cubicBezTo>
                  <a:lnTo>
                    <a:pt x="3888220" y="2069702"/>
                  </a:lnTo>
                  <a:cubicBezTo>
                    <a:pt x="3888220" y="2084473"/>
                    <a:pt x="3876246" y="2096447"/>
                    <a:pt x="3861475" y="2096447"/>
                  </a:cubicBezTo>
                  <a:lnTo>
                    <a:pt x="26745" y="2096447"/>
                  </a:lnTo>
                  <a:cubicBezTo>
                    <a:pt x="19652" y="2096447"/>
                    <a:pt x="12849" y="2093629"/>
                    <a:pt x="7833" y="2088613"/>
                  </a:cubicBezTo>
                  <a:cubicBezTo>
                    <a:pt x="2818" y="2083598"/>
                    <a:pt x="0" y="2076795"/>
                    <a:pt x="0" y="2069702"/>
                  </a:cubicBezTo>
                  <a:lnTo>
                    <a:pt x="0" y="26745"/>
                  </a:lnTo>
                  <a:cubicBezTo>
                    <a:pt x="0" y="19652"/>
                    <a:pt x="2818" y="12849"/>
                    <a:pt x="7833" y="7833"/>
                  </a:cubicBezTo>
                  <a:cubicBezTo>
                    <a:pt x="12849" y="2818"/>
                    <a:pt x="19652" y="0"/>
                    <a:pt x="26745" y="0"/>
                  </a:cubicBezTo>
                  <a:close/>
                </a:path>
              </a:pathLst>
            </a:custGeom>
            <a:solidFill>
              <a:srgbClr val="9DB4A4"/>
            </a:solidFill>
            <a:ln w="38100" cap="rnd">
              <a:solidFill>
                <a:srgbClr val="000000"/>
              </a:solidFill>
              <a:prstDash val="solid"/>
              <a:round/>
            </a:ln>
          </p:spPr>
        </p:sp>
        <p:sp>
          <p:nvSpPr>
            <p:cNvPr name="TextBox 7" id="7"/>
            <p:cNvSpPr txBox="true"/>
            <p:nvPr/>
          </p:nvSpPr>
          <p:spPr>
            <a:xfrm>
              <a:off x="0" y="-38100"/>
              <a:ext cx="3888220" cy="213454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939689" y="2955326"/>
            <a:ext cx="14408622" cy="5980869"/>
            <a:chOff x="0" y="0"/>
            <a:chExt cx="3794863" cy="1575208"/>
          </a:xfrm>
        </p:grpSpPr>
        <p:sp>
          <p:nvSpPr>
            <p:cNvPr name="Freeform 9" id="9"/>
            <p:cNvSpPr/>
            <p:nvPr/>
          </p:nvSpPr>
          <p:spPr>
            <a:xfrm flipH="false" flipV="false" rot="0">
              <a:off x="0" y="0"/>
              <a:ext cx="3794863" cy="1575208"/>
            </a:xfrm>
            <a:custGeom>
              <a:avLst/>
              <a:gdLst/>
              <a:ahLst/>
              <a:cxnLst/>
              <a:rect r="r" b="b" t="t" l="l"/>
              <a:pathLst>
                <a:path h="1575208" w="3794863">
                  <a:moveTo>
                    <a:pt x="27403" y="0"/>
                  </a:moveTo>
                  <a:lnTo>
                    <a:pt x="3767460" y="0"/>
                  </a:lnTo>
                  <a:cubicBezTo>
                    <a:pt x="3774728" y="0"/>
                    <a:pt x="3781698" y="2887"/>
                    <a:pt x="3786837" y="8026"/>
                  </a:cubicBezTo>
                  <a:cubicBezTo>
                    <a:pt x="3791976" y="13165"/>
                    <a:pt x="3794863" y="20135"/>
                    <a:pt x="3794863" y="27403"/>
                  </a:cubicBezTo>
                  <a:lnTo>
                    <a:pt x="3794863" y="1547806"/>
                  </a:lnTo>
                  <a:cubicBezTo>
                    <a:pt x="3794863" y="1562940"/>
                    <a:pt x="3782595" y="1575208"/>
                    <a:pt x="3767460" y="1575208"/>
                  </a:cubicBezTo>
                  <a:lnTo>
                    <a:pt x="27403" y="1575208"/>
                  </a:lnTo>
                  <a:cubicBezTo>
                    <a:pt x="12269" y="1575208"/>
                    <a:pt x="0" y="1562940"/>
                    <a:pt x="0" y="1547806"/>
                  </a:cubicBezTo>
                  <a:lnTo>
                    <a:pt x="0" y="27403"/>
                  </a:lnTo>
                  <a:cubicBezTo>
                    <a:pt x="0" y="12269"/>
                    <a:pt x="12269" y="0"/>
                    <a:pt x="27403" y="0"/>
                  </a:cubicBezTo>
                  <a:close/>
                </a:path>
              </a:pathLst>
            </a:custGeom>
            <a:solidFill>
              <a:srgbClr val="FFF7EB"/>
            </a:solidFill>
            <a:ln w="38100" cap="rnd">
              <a:solidFill>
                <a:srgbClr val="000000"/>
              </a:solidFill>
              <a:prstDash val="solid"/>
              <a:round/>
            </a:ln>
          </p:spPr>
        </p:sp>
        <p:sp>
          <p:nvSpPr>
            <p:cNvPr name="TextBox 10" id="10"/>
            <p:cNvSpPr txBox="true"/>
            <p:nvPr/>
          </p:nvSpPr>
          <p:spPr>
            <a:xfrm>
              <a:off x="0" y="-38100"/>
              <a:ext cx="3794863" cy="161330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728361" y="1424968"/>
            <a:ext cx="14797181" cy="4242445"/>
          </a:xfrm>
          <a:prstGeom prst="rect">
            <a:avLst/>
          </a:prstGeom>
        </p:spPr>
        <p:txBody>
          <a:bodyPr anchor="t" rtlCol="false" tIns="0" lIns="0" bIns="0" rIns="0">
            <a:spAutoFit/>
          </a:bodyPr>
          <a:lstStyle/>
          <a:p>
            <a:pPr algn="ctr">
              <a:lnSpc>
                <a:spcPts val="11117"/>
              </a:lnSpc>
            </a:pPr>
            <a:r>
              <a:rPr lang="en-US" sz="9501">
                <a:solidFill>
                  <a:srgbClr val="FFF7EB"/>
                </a:solidFill>
                <a:latin typeface="Bold Ink"/>
                <a:ea typeface="Bold Ink"/>
                <a:cs typeface="Bold Ink"/>
                <a:sym typeface="Bold Ink"/>
              </a:rPr>
              <a:t>ALUR PENGEMBANGAN WEBSITE</a:t>
            </a:r>
          </a:p>
          <a:p>
            <a:pPr algn="ctr">
              <a:lnSpc>
                <a:spcPts val="11117"/>
              </a:lnSpc>
            </a:pPr>
          </a:p>
        </p:txBody>
      </p:sp>
      <p:sp>
        <p:nvSpPr>
          <p:cNvPr name="Freeform 12" id="12"/>
          <p:cNvSpPr/>
          <p:nvPr/>
        </p:nvSpPr>
        <p:spPr>
          <a:xfrm flipH="false" flipV="false" rot="0">
            <a:off x="14940299" y="8405859"/>
            <a:ext cx="3170486" cy="1060672"/>
          </a:xfrm>
          <a:custGeom>
            <a:avLst/>
            <a:gdLst/>
            <a:ahLst/>
            <a:cxnLst/>
            <a:rect r="r" b="b" t="t" l="l"/>
            <a:pathLst>
              <a:path h="1060672" w="3170486">
                <a:moveTo>
                  <a:pt x="0" y="0"/>
                </a:moveTo>
                <a:lnTo>
                  <a:pt x="3170486" y="0"/>
                </a:lnTo>
                <a:lnTo>
                  <a:pt x="3170486" y="1060672"/>
                </a:lnTo>
                <a:lnTo>
                  <a:pt x="0" y="10606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905751">
            <a:off x="1168072" y="447084"/>
            <a:ext cx="2736414" cy="1432886"/>
          </a:xfrm>
          <a:custGeom>
            <a:avLst/>
            <a:gdLst/>
            <a:ahLst/>
            <a:cxnLst/>
            <a:rect r="r" b="b" t="t" l="l"/>
            <a:pathLst>
              <a:path h="1432886" w="2736414">
                <a:moveTo>
                  <a:pt x="0" y="0"/>
                </a:moveTo>
                <a:lnTo>
                  <a:pt x="2736414" y="0"/>
                </a:lnTo>
                <a:lnTo>
                  <a:pt x="2736414" y="1432886"/>
                </a:lnTo>
                <a:lnTo>
                  <a:pt x="0" y="1432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939689" y="9502166"/>
            <a:ext cx="1924129" cy="1924129"/>
          </a:xfrm>
          <a:custGeom>
            <a:avLst/>
            <a:gdLst/>
            <a:ahLst/>
            <a:cxnLst/>
            <a:rect r="r" b="b" t="t" l="l"/>
            <a:pathLst>
              <a:path h="1924129" w="1924129">
                <a:moveTo>
                  <a:pt x="0" y="0"/>
                </a:moveTo>
                <a:lnTo>
                  <a:pt x="1924129" y="0"/>
                </a:lnTo>
                <a:lnTo>
                  <a:pt x="1924129" y="1924129"/>
                </a:lnTo>
                <a:lnTo>
                  <a:pt x="0" y="19241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4114243" y="-962065"/>
            <a:ext cx="1924129" cy="1924129"/>
          </a:xfrm>
          <a:custGeom>
            <a:avLst/>
            <a:gdLst/>
            <a:ahLst/>
            <a:cxnLst/>
            <a:rect r="r" b="b" t="t" l="l"/>
            <a:pathLst>
              <a:path h="1924129" w="1924129">
                <a:moveTo>
                  <a:pt x="0" y="0"/>
                </a:moveTo>
                <a:lnTo>
                  <a:pt x="1924129" y="0"/>
                </a:lnTo>
                <a:lnTo>
                  <a:pt x="1924129" y="1924130"/>
                </a:lnTo>
                <a:lnTo>
                  <a:pt x="0" y="19241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1939689" y="3469991"/>
            <a:ext cx="17345999" cy="5124436"/>
          </a:xfrm>
          <a:prstGeom prst="rect">
            <a:avLst/>
          </a:prstGeom>
        </p:spPr>
        <p:txBody>
          <a:bodyPr anchor="t" rtlCol="false" tIns="0" lIns="0" bIns="0" rIns="0">
            <a:spAutoFit/>
          </a:bodyPr>
          <a:lstStyle/>
          <a:p>
            <a:pPr algn="just" marL="784815" indent="-392407" lvl="1">
              <a:lnSpc>
                <a:spcPts val="5089"/>
              </a:lnSpc>
              <a:buFont typeface="Arial"/>
              <a:buChar char="•"/>
            </a:pPr>
            <a:r>
              <a:rPr lang="en-US" sz="3635">
                <a:solidFill>
                  <a:srgbClr val="0D4E4D"/>
                </a:solidFill>
                <a:latin typeface="TT Octas"/>
                <a:ea typeface="TT Octas"/>
                <a:cs typeface="TT Octas"/>
                <a:sym typeface="TT Octas"/>
              </a:rPr>
              <a:t>Perencanaan – Menentukan tujuan, target pengguna, dan fitur utama.</a:t>
            </a:r>
          </a:p>
          <a:p>
            <a:pPr algn="just" marL="784815" indent="-392407" lvl="1">
              <a:lnSpc>
                <a:spcPts val="5089"/>
              </a:lnSpc>
              <a:buFont typeface="Arial"/>
              <a:buChar char="•"/>
            </a:pPr>
            <a:r>
              <a:rPr lang="en-US" sz="3635">
                <a:solidFill>
                  <a:srgbClr val="0D4E4D"/>
                </a:solidFill>
                <a:latin typeface="TT Octas"/>
                <a:ea typeface="TT Octas"/>
                <a:cs typeface="TT Octas"/>
                <a:sym typeface="TT Octas"/>
              </a:rPr>
              <a:t>Perancangan (Design) – Membuat layout UI/UX dengan warna dan navigasi yang jelas </a:t>
            </a:r>
          </a:p>
          <a:p>
            <a:pPr algn="just">
              <a:lnSpc>
                <a:spcPts val="5089"/>
              </a:lnSpc>
            </a:pPr>
            <a:r>
              <a:rPr lang="en-US" sz="3635">
                <a:solidFill>
                  <a:srgbClr val="0D4E4D"/>
                </a:solidFill>
                <a:latin typeface="TT Octas"/>
                <a:ea typeface="TT Octas"/>
                <a:cs typeface="TT Octas"/>
                <a:sym typeface="TT Octas"/>
              </a:rPr>
              <a:t>           </a:t>
            </a:r>
            <a:r>
              <a:rPr lang="en-US" sz="3635">
                <a:solidFill>
                  <a:srgbClr val="0D4E4D"/>
                </a:solidFill>
                <a:latin typeface="TT Octas"/>
                <a:ea typeface="TT Octas"/>
                <a:cs typeface="TT Octas"/>
                <a:sym typeface="TT Octas"/>
              </a:rPr>
              <a:t>dan menarik.</a:t>
            </a:r>
          </a:p>
          <a:p>
            <a:pPr algn="just" marL="784815" indent="-392407" lvl="1">
              <a:lnSpc>
                <a:spcPts val="5089"/>
              </a:lnSpc>
              <a:buFont typeface="Arial"/>
              <a:buChar char="•"/>
            </a:pPr>
            <a:r>
              <a:rPr lang="en-US" sz="3635">
                <a:solidFill>
                  <a:srgbClr val="0D4E4D"/>
                </a:solidFill>
                <a:latin typeface="TT Octas"/>
                <a:ea typeface="TT Octas"/>
                <a:cs typeface="TT Octas"/>
                <a:sym typeface="TT Octas"/>
              </a:rPr>
              <a:t>Pengembangan (Development) – Membuat kode dengan PHP Native, dan menggunakan</a:t>
            </a:r>
          </a:p>
          <a:p>
            <a:pPr algn="just">
              <a:lnSpc>
                <a:spcPts val="5089"/>
              </a:lnSpc>
            </a:pPr>
            <a:r>
              <a:rPr lang="en-US" sz="3635">
                <a:solidFill>
                  <a:srgbClr val="0D4E4D"/>
                </a:solidFill>
                <a:latin typeface="TT Octas"/>
                <a:ea typeface="TT Octas"/>
                <a:cs typeface="TT Octas"/>
                <a:sym typeface="TT Octas"/>
              </a:rPr>
              <a:t>           </a:t>
            </a:r>
            <a:r>
              <a:rPr lang="en-US" sz="3635">
                <a:solidFill>
                  <a:srgbClr val="0D4E4D"/>
                </a:solidFill>
                <a:latin typeface="TT Octas"/>
                <a:ea typeface="TT Octas"/>
                <a:cs typeface="TT Octas"/>
                <a:sym typeface="TT Octas"/>
              </a:rPr>
              <a:t>database MySQL.</a:t>
            </a:r>
          </a:p>
          <a:p>
            <a:pPr algn="just" marL="784815" indent="-392407" lvl="1">
              <a:lnSpc>
                <a:spcPts val="5089"/>
              </a:lnSpc>
              <a:buFont typeface="Arial"/>
              <a:buChar char="•"/>
            </a:pPr>
            <a:r>
              <a:rPr lang="en-US" sz="3635">
                <a:solidFill>
                  <a:srgbClr val="0D4E4D"/>
                </a:solidFill>
                <a:latin typeface="TT Octas"/>
                <a:ea typeface="TT Octas"/>
                <a:cs typeface="TT Octas"/>
                <a:sym typeface="TT Octas"/>
              </a:rPr>
              <a:t>Pengujian (Testing) – Mengecek fungsi tombol, form, dan tampilan di berbagai perangkat.</a:t>
            </a:r>
          </a:p>
          <a:p>
            <a:pPr algn="just" marL="784815" indent="-392407" lvl="1">
              <a:lnSpc>
                <a:spcPts val="5089"/>
              </a:lnSpc>
              <a:buFont typeface="Arial"/>
              <a:buChar char="•"/>
            </a:pPr>
            <a:r>
              <a:rPr lang="en-US" sz="3635">
                <a:solidFill>
                  <a:srgbClr val="0D4E4D"/>
                </a:solidFill>
                <a:latin typeface="TT Octas"/>
                <a:ea typeface="TT Octas"/>
                <a:cs typeface="TT Octas"/>
                <a:sym typeface="TT Octas"/>
              </a:rPr>
              <a:t>Implementasi (Deployment) – Menjalankan di localhost (XAMPP) dan siap dihosting.</a:t>
            </a:r>
          </a:p>
          <a:p>
            <a:pPr algn="just">
              <a:lnSpc>
                <a:spcPts val="5412"/>
              </a:lnSpc>
            </a:pPr>
          </a:p>
        </p:txBody>
      </p:sp>
    </p:spTree>
  </p:cSld>
  <p:clrMapOvr>
    <a:masterClrMapping/>
  </p:clrMapOvr>
  <p:transition spd="fast">
    <p:cover dir="rd"/>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D4E4D"/>
        </a:solidFill>
      </p:bgPr>
    </p:bg>
    <p:spTree>
      <p:nvGrpSpPr>
        <p:cNvPr id="1" name=""/>
        <p:cNvGrpSpPr/>
        <p:nvPr/>
      </p:nvGrpSpPr>
      <p:grpSpPr>
        <a:xfrm>
          <a:off x="0" y="0"/>
          <a:ext cx="0" cy="0"/>
          <a:chOff x="0" y="0"/>
          <a:chExt cx="0" cy="0"/>
        </a:xfrm>
      </p:grpSpPr>
      <p:grpSp>
        <p:nvGrpSpPr>
          <p:cNvPr name="Group 2" id="2"/>
          <p:cNvGrpSpPr/>
          <p:nvPr/>
        </p:nvGrpSpPr>
        <p:grpSpPr>
          <a:xfrm rot="0">
            <a:off x="-5857413" y="-580464"/>
            <a:ext cx="30002826" cy="11447928"/>
            <a:chOff x="0" y="0"/>
            <a:chExt cx="40003767" cy="15263904"/>
          </a:xfrm>
        </p:grpSpPr>
        <p:sp>
          <p:nvSpPr>
            <p:cNvPr name="Freeform 3" id="3"/>
            <p:cNvSpPr/>
            <p:nvPr/>
          </p:nvSpPr>
          <p:spPr>
            <a:xfrm flipH="false" flipV="false" rot="-5400000">
              <a:off x="-2816884"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7556748"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762458" y="1163527"/>
            <a:ext cx="14763084" cy="7959946"/>
            <a:chOff x="0" y="0"/>
            <a:chExt cx="3888220" cy="2096447"/>
          </a:xfrm>
        </p:grpSpPr>
        <p:sp>
          <p:nvSpPr>
            <p:cNvPr name="Freeform 6" id="6"/>
            <p:cNvSpPr/>
            <p:nvPr/>
          </p:nvSpPr>
          <p:spPr>
            <a:xfrm flipH="false" flipV="false" rot="0">
              <a:off x="0" y="0"/>
              <a:ext cx="3888220" cy="2096447"/>
            </a:xfrm>
            <a:custGeom>
              <a:avLst/>
              <a:gdLst/>
              <a:ahLst/>
              <a:cxnLst/>
              <a:rect r="r" b="b" t="t" l="l"/>
              <a:pathLst>
                <a:path h="2096447" w="3888220">
                  <a:moveTo>
                    <a:pt x="26745" y="0"/>
                  </a:moveTo>
                  <a:lnTo>
                    <a:pt x="3861475" y="0"/>
                  </a:lnTo>
                  <a:cubicBezTo>
                    <a:pt x="3868568" y="0"/>
                    <a:pt x="3875370" y="2818"/>
                    <a:pt x="3880386" y="7833"/>
                  </a:cubicBezTo>
                  <a:cubicBezTo>
                    <a:pt x="3885402" y="12849"/>
                    <a:pt x="3888220" y="19652"/>
                    <a:pt x="3888220" y="26745"/>
                  </a:cubicBezTo>
                  <a:lnTo>
                    <a:pt x="3888220" y="2069702"/>
                  </a:lnTo>
                  <a:cubicBezTo>
                    <a:pt x="3888220" y="2084473"/>
                    <a:pt x="3876246" y="2096447"/>
                    <a:pt x="3861475" y="2096447"/>
                  </a:cubicBezTo>
                  <a:lnTo>
                    <a:pt x="26745" y="2096447"/>
                  </a:lnTo>
                  <a:cubicBezTo>
                    <a:pt x="19652" y="2096447"/>
                    <a:pt x="12849" y="2093629"/>
                    <a:pt x="7833" y="2088613"/>
                  </a:cubicBezTo>
                  <a:cubicBezTo>
                    <a:pt x="2818" y="2083598"/>
                    <a:pt x="0" y="2076795"/>
                    <a:pt x="0" y="2069702"/>
                  </a:cubicBezTo>
                  <a:lnTo>
                    <a:pt x="0" y="26745"/>
                  </a:lnTo>
                  <a:cubicBezTo>
                    <a:pt x="0" y="19652"/>
                    <a:pt x="2818" y="12849"/>
                    <a:pt x="7833" y="7833"/>
                  </a:cubicBezTo>
                  <a:cubicBezTo>
                    <a:pt x="12849" y="2818"/>
                    <a:pt x="19652" y="0"/>
                    <a:pt x="26745" y="0"/>
                  </a:cubicBezTo>
                  <a:close/>
                </a:path>
              </a:pathLst>
            </a:custGeom>
            <a:solidFill>
              <a:srgbClr val="9DB4A4"/>
            </a:solidFill>
            <a:ln w="38100" cap="rnd">
              <a:solidFill>
                <a:srgbClr val="000000"/>
              </a:solidFill>
              <a:prstDash val="solid"/>
              <a:round/>
            </a:ln>
          </p:spPr>
        </p:sp>
        <p:sp>
          <p:nvSpPr>
            <p:cNvPr name="TextBox 7" id="7"/>
            <p:cNvSpPr txBox="true"/>
            <p:nvPr/>
          </p:nvSpPr>
          <p:spPr>
            <a:xfrm>
              <a:off x="0" y="-38100"/>
              <a:ext cx="3888220" cy="213454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939689" y="2955326"/>
            <a:ext cx="14408622" cy="5980869"/>
            <a:chOff x="0" y="0"/>
            <a:chExt cx="3794863" cy="1575208"/>
          </a:xfrm>
        </p:grpSpPr>
        <p:sp>
          <p:nvSpPr>
            <p:cNvPr name="Freeform 9" id="9"/>
            <p:cNvSpPr/>
            <p:nvPr/>
          </p:nvSpPr>
          <p:spPr>
            <a:xfrm flipH="false" flipV="false" rot="0">
              <a:off x="0" y="0"/>
              <a:ext cx="3794863" cy="1575208"/>
            </a:xfrm>
            <a:custGeom>
              <a:avLst/>
              <a:gdLst/>
              <a:ahLst/>
              <a:cxnLst/>
              <a:rect r="r" b="b" t="t" l="l"/>
              <a:pathLst>
                <a:path h="1575208" w="3794863">
                  <a:moveTo>
                    <a:pt x="27403" y="0"/>
                  </a:moveTo>
                  <a:lnTo>
                    <a:pt x="3767460" y="0"/>
                  </a:lnTo>
                  <a:cubicBezTo>
                    <a:pt x="3774728" y="0"/>
                    <a:pt x="3781698" y="2887"/>
                    <a:pt x="3786837" y="8026"/>
                  </a:cubicBezTo>
                  <a:cubicBezTo>
                    <a:pt x="3791976" y="13165"/>
                    <a:pt x="3794863" y="20135"/>
                    <a:pt x="3794863" y="27403"/>
                  </a:cubicBezTo>
                  <a:lnTo>
                    <a:pt x="3794863" y="1547806"/>
                  </a:lnTo>
                  <a:cubicBezTo>
                    <a:pt x="3794863" y="1562940"/>
                    <a:pt x="3782595" y="1575208"/>
                    <a:pt x="3767460" y="1575208"/>
                  </a:cubicBezTo>
                  <a:lnTo>
                    <a:pt x="27403" y="1575208"/>
                  </a:lnTo>
                  <a:cubicBezTo>
                    <a:pt x="12269" y="1575208"/>
                    <a:pt x="0" y="1562940"/>
                    <a:pt x="0" y="1547806"/>
                  </a:cubicBezTo>
                  <a:lnTo>
                    <a:pt x="0" y="27403"/>
                  </a:lnTo>
                  <a:cubicBezTo>
                    <a:pt x="0" y="12269"/>
                    <a:pt x="12269" y="0"/>
                    <a:pt x="27403" y="0"/>
                  </a:cubicBezTo>
                  <a:close/>
                </a:path>
              </a:pathLst>
            </a:custGeom>
            <a:solidFill>
              <a:srgbClr val="FFF7EB"/>
            </a:solidFill>
            <a:ln w="38100" cap="rnd">
              <a:solidFill>
                <a:srgbClr val="000000"/>
              </a:solidFill>
              <a:prstDash val="solid"/>
              <a:round/>
            </a:ln>
          </p:spPr>
        </p:sp>
        <p:sp>
          <p:nvSpPr>
            <p:cNvPr name="TextBox 10" id="10"/>
            <p:cNvSpPr txBox="true"/>
            <p:nvPr/>
          </p:nvSpPr>
          <p:spPr>
            <a:xfrm>
              <a:off x="0" y="-38100"/>
              <a:ext cx="3794863" cy="161330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378530" y="1894007"/>
            <a:ext cx="15530939" cy="2132163"/>
          </a:xfrm>
          <a:prstGeom prst="rect">
            <a:avLst/>
          </a:prstGeom>
        </p:spPr>
        <p:txBody>
          <a:bodyPr anchor="t" rtlCol="false" tIns="0" lIns="0" bIns="0" rIns="0">
            <a:spAutoFit/>
          </a:bodyPr>
          <a:lstStyle/>
          <a:p>
            <a:pPr algn="ctr">
              <a:lnSpc>
                <a:spcPts val="8333"/>
              </a:lnSpc>
            </a:pPr>
            <a:r>
              <a:rPr lang="en-US" sz="7122">
                <a:solidFill>
                  <a:srgbClr val="FFF7EB"/>
                </a:solidFill>
                <a:latin typeface="Bold Ink"/>
                <a:ea typeface="Bold Ink"/>
                <a:cs typeface="Bold Ink"/>
                <a:sym typeface="Bold Ink"/>
              </a:rPr>
              <a:t>STRUKTUR SISTEM</a:t>
            </a:r>
          </a:p>
          <a:p>
            <a:pPr algn="ctr">
              <a:lnSpc>
                <a:spcPts val="8333"/>
              </a:lnSpc>
            </a:pPr>
          </a:p>
        </p:txBody>
      </p:sp>
      <p:sp>
        <p:nvSpPr>
          <p:cNvPr name="Freeform 12" id="12"/>
          <p:cNvSpPr/>
          <p:nvPr/>
        </p:nvSpPr>
        <p:spPr>
          <a:xfrm flipH="false" flipV="false" rot="0">
            <a:off x="14940299" y="8405859"/>
            <a:ext cx="3170486" cy="1060672"/>
          </a:xfrm>
          <a:custGeom>
            <a:avLst/>
            <a:gdLst/>
            <a:ahLst/>
            <a:cxnLst/>
            <a:rect r="r" b="b" t="t" l="l"/>
            <a:pathLst>
              <a:path h="1060672" w="3170486">
                <a:moveTo>
                  <a:pt x="0" y="0"/>
                </a:moveTo>
                <a:lnTo>
                  <a:pt x="3170486" y="0"/>
                </a:lnTo>
                <a:lnTo>
                  <a:pt x="3170486" y="1060672"/>
                </a:lnTo>
                <a:lnTo>
                  <a:pt x="0" y="10606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905751">
            <a:off x="1168072" y="447084"/>
            <a:ext cx="2736414" cy="1432886"/>
          </a:xfrm>
          <a:custGeom>
            <a:avLst/>
            <a:gdLst/>
            <a:ahLst/>
            <a:cxnLst/>
            <a:rect r="r" b="b" t="t" l="l"/>
            <a:pathLst>
              <a:path h="1432886" w="2736414">
                <a:moveTo>
                  <a:pt x="0" y="0"/>
                </a:moveTo>
                <a:lnTo>
                  <a:pt x="2736414" y="0"/>
                </a:lnTo>
                <a:lnTo>
                  <a:pt x="2736414" y="1432886"/>
                </a:lnTo>
                <a:lnTo>
                  <a:pt x="0" y="1432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939689" y="9502166"/>
            <a:ext cx="1924129" cy="1924129"/>
          </a:xfrm>
          <a:custGeom>
            <a:avLst/>
            <a:gdLst/>
            <a:ahLst/>
            <a:cxnLst/>
            <a:rect r="r" b="b" t="t" l="l"/>
            <a:pathLst>
              <a:path h="1924129" w="1924129">
                <a:moveTo>
                  <a:pt x="0" y="0"/>
                </a:moveTo>
                <a:lnTo>
                  <a:pt x="1924129" y="0"/>
                </a:lnTo>
                <a:lnTo>
                  <a:pt x="1924129" y="1924129"/>
                </a:lnTo>
                <a:lnTo>
                  <a:pt x="0" y="19241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4114243" y="-962065"/>
            <a:ext cx="1924129" cy="1924129"/>
          </a:xfrm>
          <a:custGeom>
            <a:avLst/>
            <a:gdLst/>
            <a:ahLst/>
            <a:cxnLst/>
            <a:rect r="r" b="b" t="t" l="l"/>
            <a:pathLst>
              <a:path h="1924129" w="1924129">
                <a:moveTo>
                  <a:pt x="0" y="0"/>
                </a:moveTo>
                <a:lnTo>
                  <a:pt x="1924129" y="0"/>
                </a:lnTo>
                <a:lnTo>
                  <a:pt x="1924129" y="1924130"/>
                </a:lnTo>
                <a:lnTo>
                  <a:pt x="0" y="19241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2536279" y="3662970"/>
            <a:ext cx="15751721" cy="5049990"/>
          </a:xfrm>
          <a:prstGeom prst="rect">
            <a:avLst/>
          </a:prstGeom>
        </p:spPr>
        <p:txBody>
          <a:bodyPr anchor="t" rtlCol="false" tIns="0" lIns="0" bIns="0" rIns="0">
            <a:spAutoFit/>
          </a:bodyPr>
          <a:lstStyle/>
          <a:p>
            <a:pPr algn="just">
              <a:lnSpc>
                <a:spcPts val="5752"/>
              </a:lnSpc>
            </a:pPr>
            <a:r>
              <a:rPr lang="en-US" sz="4109">
                <a:solidFill>
                  <a:srgbClr val="0D4E4D"/>
                </a:solidFill>
                <a:latin typeface="TT Octas"/>
                <a:ea typeface="TT Octas"/>
                <a:cs typeface="TT Octas"/>
                <a:sym typeface="TT Octas"/>
              </a:rPr>
              <a:t>Struktur Fitur :</a:t>
            </a:r>
          </a:p>
          <a:p>
            <a:pPr algn="just" marL="887141" indent="-443570" lvl="1">
              <a:lnSpc>
                <a:spcPts val="5752"/>
              </a:lnSpc>
              <a:buFont typeface="Arial"/>
              <a:buChar char="•"/>
            </a:pPr>
            <a:r>
              <a:rPr lang="en-US" sz="4109">
                <a:solidFill>
                  <a:srgbClr val="0D4E4D"/>
                </a:solidFill>
                <a:latin typeface="TT Octas"/>
                <a:ea typeface="TT Octas"/>
                <a:cs typeface="TT Octas"/>
                <a:sym typeface="TT Octas"/>
              </a:rPr>
              <a:t>Registrasi &amp; Login</a:t>
            </a:r>
          </a:p>
          <a:p>
            <a:pPr algn="just" marL="887141" indent="-443570" lvl="1">
              <a:lnSpc>
                <a:spcPts val="5752"/>
              </a:lnSpc>
              <a:buFont typeface="Arial"/>
              <a:buChar char="•"/>
            </a:pPr>
            <a:r>
              <a:rPr lang="en-US" sz="4109">
                <a:solidFill>
                  <a:srgbClr val="0D4E4D"/>
                </a:solidFill>
                <a:latin typeface="TT Octas"/>
                <a:ea typeface="TT Octas"/>
                <a:cs typeface="TT Octas"/>
                <a:sym typeface="TT Octas"/>
              </a:rPr>
              <a:t>Pencarian Produk</a:t>
            </a:r>
          </a:p>
          <a:p>
            <a:pPr algn="just" marL="887141" indent="-443570" lvl="1">
              <a:lnSpc>
                <a:spcPts val="5752"/>
              </a:lnSpc>
              <a:buFont typeface="Arial"/>
              <a:buChar char="•"/>
            </a:pPr>
            <a:r>
              <a:rPr lang="en-US" sz="4109">
                <a:solidFill>
                  <a:srgbClr val="0D4E4D"/>
                </a:solidFill>
                <a:latin typeface="TT Octas"/>
                <a:ea typeface="TT Octas"/>
                <a:cs typeface="TT Octas"/>
                <a:sym typeface="TT Octas"/>
              </a:rPr>
              <a:t>Pasang Iklan</a:t>
            </a:r>
          </a:p>
          <a:p>
            <a:pPr algn="just" marL="887141" indent="-443570" lvl="1">
              <a:lnSpc>
                <a:spcPts val="5752"/>
              </a:lnSpc>
              <a:buFont typeface="Arial"/>
              <a:buChar char="•"/>
            </a:pPr>
            <a:r>
              <a:rPr lang="en-US" sz="4109">
                <a:solidFill>
                  <a:srgbClr val="0D4E4D"/>
                </a:solidFill>
                <a:latin typeface="TT Octas"/>
                <a:ea typeface="TT Octas"/>
                <a:cs typeface="TT Octas"/>
                <a:sym typeface="TT Octas"/>
              </a:rPr>
              <a:t>Kategori Populer</a:t>
            </a:r>
          </a:p>
          <a:p>
            <a:pPr algn="just" marL="887141" indent="-443570" lvl="1">
              <a:lnSpc>
                <a:spcPts val="5752"/>
              </a:lnSpc>
              <a:buFont typeface="Arial"/>
              <a:buChar char="•"/>
            </a:pPr>
            <a:r>
              <a:rPr lang="en-US" sz="4109">
                <a:solidFill>
                  <a:srgbClr val="0D4E4D"/>
                </a:solidFill>
                <a:latin typeface="TT Octas"/>
                <a:ea typeface="TT Octas"/>
                <a:cs typeface="TT Octas"/>
                <a:sym typeface="TT Octas"/>
              </a:rPr>
              <a:t>Manajemen User &amp; Produk</a:t>
            </a:r>
          </a:p>
          <a:p>
            <a:pPr algn="just">
              <a:lnSpc>
                <a:spcPts val="5752"/>
              </a:lnSpc>
            </a:pPr>
          </a:p>
        </p:txBody>
      </p:sp>
      <p:sp>
        <p:nvSpPr>
          <p:cNvPr name="TextBox 17" id="17"/>
          <p:cNvSpPr txBox="true"/>
          <p:nvPr/>
        </p:nvSpPr>
        <p:spPr>
          <a:xfrm rot="0">
            <a:off x="8780145" y="3653445"/>
            <a:ext cx="19617349" cy="3832294"/>
          </a:xfrm>
          <a:prstGeom prst="rect">
            <a:avLst/>
          </a:prstGeom>
        </p:spPr>
        <p:txBody>
          <a:bodyPr anchor="t" rtlCol="false" tIns="0" lIns="0" bIns="0" rIns="0">
            <a:spAutoFit/>
          </a:bodyPr>
          <a:lstStyle/>
          <a:p>
            <a:pPr algn="just">
              <a:lnSpc>
                <a:spcPts val="6121"/>
              </a:lnSpc>
            </a:pPr>
            <a:r>
              <a:rPr lang="en-US" sz="4372">
                <a:solidFill>
                  <a:srgbClr val="0D4E4D"/>
                </a:solidFill>
                <a:latin typeface="TT Octas"/>
                <a:ea typeface="TT Octas"/>
                <a:cs typeface="TT Octas"/>
                <a:sym typeface="TT Octas"/>
              </a:rPr>
              <a:t>Tabel Utama Database :</a:t>
            </a:r>
          </a:p>
          <a:p>
            <a:pPr algn="just" marL="943974" indent="-471987" lvl="1">
              <a:lnSpc>
                <a:spcPts val="6121"/>
              </a:lnSpc>
              <a:buFont typeface="Arial"/>
              <a:buChar char="•"/>
            </a:pPr>
            <a:r>
              <a:rPr lang="en-US" sz="4372">
                <a:solidFill>
                  <a:srgbClr val="0D4E4D"/>
                </a:solidFill>
                <a:latin typeface="TT Octas"/>
                <a:ea typeface="TT Octas"/>
                <a:cs typeface="TT Octas"/>
                <a:sym typeface="TT Octas"/>
              </a:rPr>
              <a:t>users – Data pengguna</a:t>
            </a:r>
          </a:p>
          <a:p>
            <a:pPr algn="just" marL="943974" indent="-471987" lvl="1">
              <a:lnSpc>
                <a:spcPts val="6121"/>
              </a:lnSpc>
              <a:buFont typeface="Arial"/>
              <a:buChar char="•"/>
            </a:pPr>
            <a:r>
              <a:rPr lang="en-US" sz="4372">
                <a:solidFill>
                  <a:srgbClr val="0D4E4D"/>
                </a:solidFill>
                <a:latin typeface="TT Octas"/>
                <a:ea typeface="TT Octas"/>
                <a:cs typeface="TT Octas"/>
                <a:sym typeface="TT Octas"/>
              </a:rPr>
              <a:t>products – Data produk</a:t>
            </a:r>
          </a:p>
          <a:p>
            <a:pPr algn="just" marL="943974" indent="-471987" lvl="1">
              <a:lnSpc>
                <a:spcPts val="6121"/>
              </a:lnSpc>
              <a:buFont typeface="Arial"/>
              <a:buChar char="•"/>
            </a:pPr>
            <a:r>
              <a:rPr lang="en-US" sz="4372">
                <a:solidFill>
                  <a:srgbClr val="0D4E4D"/>
                </a:solidFill>
                <a:latin typeface="TT Octas"/>
                <a:ea typeface="TT Octas"/>
                <a:cs typeface="TT Octas"/>
                <a:sym typeface="TT Octas"/>
              </a:rPr>
              <a:t>categories – Jenis kategori</a:t>
            </a:r>
          </a:p>
          <a:p>
            <a:pPr algn="just" marL="943974" indent="-471987" lvl="1">
              <a:lnSpc>
                <a:spcPts val="6121"/>
              </a:lnSpc>
              <a:buFont typeface="Arial"/>
              <a:buChar char="•"/>
            </a:pPr>
            <a:r>
              <a:rPr lang="en-US" sz="4372">
                <a:solidFill>
                  <a:srgbClr val="0D4E4D"/>
                </a:solidFill>
                <a:latin typeface="TT Octas"/>
                <a:ea typeface="TT Octas"/>
                <a:cs typeface="TT Octas"/>
                <a:sym typeface="TT Octas"/>
              </a:rPr>
              <a:t>product_images – Gambar produk</a:t>
            </a:r>
          </a:p>
        </p:txBody>
      </p:sp>
    </p:spTree>
  </p:cSld>
  <p:clrMapOvr>
    <a:masterClrMapping/>
  </p:clrMapOvr>
  <p:transition spd="fast">
    <p:cover dir="rd"/>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D4E4D"/>
        </a:solidFill>
      </p:bgPr>
    </p:bg>
    <p:spTree>
      <p:nvGrpSpPr>
        <p:cNvPr id="1" name=""/>
        <p:cNvGrpSpPr/>
        <p:nvPr/>
      </p:nvGrpSpPr>
      <p:grpSpPr>
        <a:xfrm>
          <a:off x="0" y="0"/>
          <a:ext cx="0" cy="0"/>
          <a:chOff x="0" y="0"/>
          <a:chExt cx="0" cy="0"/>
        </a:xfrm>
      </p:grpSpPr>
      <p:grpSp>
        <p:nvGrpSpPr>
          <p:cNvPr name="Group 2" id="2"/>
          <p:cNvGrpSpPr/>
          <p:nvPr/>
        </p:nvGrpSpPr>
        <p:grpSpPr>
          <a:xfrm rot="0">
            <a:off x="-5857413" y="-580464"/>
            <a:ext cx="30002826" cy="11447928"/>
            <a:chOff x="0" y="0"/>
            <a:chExt cx="40003767" cy="15263904"/>
          </a:xfrm>
        </p:grpSpPr>
        <p:sp>
          <p:nvSpPr>
            <p:cNvPr name="Freeform 3" id="3"/>
            <p:cNvSpPr/>
            <p:nvPr/>
          </p:nvSpPr>
          <p:spPr>
            <a:xfrm flipH="false" flipV="false" rot="-5400000">
              <a:off x="-2816884"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7556748" y="2816884"/>
              <a:ext cx="15263904" cy="9630135"/>
            </a:xfrm>
            <a:custGeom>
              <a:avLst/>
              <a:gdLst/>
              <a:ahLst/>
              <a:cxnLst/>
              <a:rect r="r" b="b" t="t" l="l"/>
              <a:pathLst>
                <a:path h="9630135" w="15263904">
                  <a:moveTo>
                    <a:pt x="0" y="0"/>
                  </a:moveTo>
                  <a:lnTo>
                    <a:pt x="15263903" y="0"/>
                  </a:lnTo>
                  <a:lnTo>
                    <a:pt x="15263903" y="9630135"/>
                  </a:lnTo>
                  <a:lnTo>
                    <a:pt x="0" y="96301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762458" y="1163527"/>
            <a:ext cx="14763084" cy="7959946"/>
            <a:chOff x="0" y="0"/>
            <a:chExt cx="3888220" cy="2096447"/>
          </a:xfrm>
        </p:grpSpPr>
        <p:sp>
          <p:nvSpPr>
            <p:cNvPr name="Freeform 6" id="6"/>
            <p:cNvSpPr/>
            <p:nvPr/>
          </p:nvSpPr>
          <p:spPr>
            <a:xfrm flipH="false" flipV="false" rot="0">
              <a:off x="0" y="0"/>
              <a:ext cx="3888220" cy="2096447"/>
            </a:xfrm>
            <a:custGeom>
              <a:avLst/>
              <a:gdLst/>
              <a:ahLst/>
              <a:cxnLst/>
              <a:rect r="r" b="b" t="t" l="l"/>
              <a:pathLst>
                <a:path h="2096447" w="3888220">
                  <a:moveTo>
                    <a:pt x="26745" y="0"/>
                  </a:moveTo>
                  <a:lnTo>
                    <a:pt x="3861475" y="0"/>
                  </a:lnTo>
                  <a:cubicBezTo>
                    <a:pt x="3868568" y="0"/>
                    <a:pt x="3875370" y="2818"/>
                    <a:pt x="3880386" y="7833"/>
                  </a:cubicBezTo>
                  <a:cubicBezTo>
                    <a:pt x="3885402" y="12849"/>
                    <a:pt x="3888220" y="19652"/>
                    <a:pt x="3888220" y="26745"/>
                  </a:cubicBezTo>
                  <a:lnTo>
                    <a:pt x="3888220" y="2069702"/>
                  </a:lnTo>
                  <a:cubicBezTo>
                    <a:pt x="3888220" y="2084473"/>
                    <a:pt x="3876246" y="2096447"/>
                    <a:pt x="3861475" y="2096447"/>
                  </a:cubicBezTo>
                  <a:lnTo>
                    <a:pt x="26745" y="2096447"/>
                  </a:lnTo>
                  <a:cubicBezTo>
                    <a:pt x="19652" y="2096447"/>
                    <a:pt x="12849" y="2093629"/>
                    <a:pt x="7833" y="2088613"/>
                  </a:cubicBezTo>
                  <a:cubicBezTo>
                    <a:pt x="2818" y="2083598"/>
                    <a:pt x="0" y="2076795"/>
                    <a:pt x="0" y="2069702"/>
                  </a:cubicBezTo>
                  <a:lnTo>
                    <a:pt x="0" y="26745"/>
                  </a:lnTo>
                  <a:cubicBezTo>
                    <a:pt x="0" y="19652"/>
                    <a:pt x="2818" y="12849"/>
                    <a:pt x="7833" y="7833"/>
                  </a:cubicBezTo>
                  <a:cubicBezTo>
                    <a:pt x="12849" y="2818"/>
                    <a:pt x="19652" y="0"/>
                    <a:pt x="26745" y="0"/>
                  </a:cubicBezTo>
                  <a:close/>
                </a:path>
              </a:pathLst>
            </a:custGeom>
            <a:solidFill>
              <a:srgbClr val="9DB4A4"/>
            </a:solidFill>
            <a:ln w="38100" cap="rnd">
              <a:solidFill>
                <a:srgbClr val="000000"/>
              </a:solidFill>
              <a:prstDash val="solid"/>
              <a:round/>
            </a:ln>
          </p:spPr>
        </p:sp>
        <p:sp>
          <p:nvSpPr>
            <p:cNvPr name="TextBox 7" id="7"/>
            <p:cNvSpPr txBox="true"/>
            <p:nvPr/>
          </p:nvSpPr>
          <p:spPr>
            <a:xfrm>
              <a:off x="0" y="-38100"/>
              <a:ext cx="3888220" cy="213454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939689" y="2955326"/>
            <a:ext cx="14408622" cy="5980869"/>
            <a:chOff x="0" y="0"/>
            <a:chExt cx="3794863" cy="1575208"/>
          </a:xfrm>
        </p:grpSpPr>
        <p:sp>
          <p:nvSpPr>
            <p:cNvPr name="Freeform 9" id="9"/>
            <p:cNvSpPr/>
            <p:nvPr/>
          </p:nvSpPr>
          <p:spPr>
            <a:xfrm flipH="false" flipV="false" rot="0">
              <a:off x="0" y="0"/>
              <a:ext cx="3794863" cy="1575208"/>
            </a:xfrm>
            <a:custGeom>
              <a:avLst/>
              <a:gdLst/>
              <a:ahLst/>
              <a:cxnLst/>
              <a:rect r="r" b="b" t="t" l="l"/>
              <a:pathLst>
                <a:path h="1575208" w="3794863">
                  <a:moveTo>
                    <a:pt x="27403" y="0"/>
                  </a:moveTo>
                  <a:lnTo>
                    <a:pt x="3767460" y="0"/>
                  </a:lnTo>
                  <a:cubicBezTo>
                    <a:pt x="3774728" y="0"/>
                    <a:pt x="3781698" y="2887"/>
                    <a:pt x="3786837" y="8026"/>
                  </a:cubicBezTo>
                  <a:cubicBezTo>
                    <a:pt x="3791976" y="13165"/>
                    <a:pt x="3794863" y="20135"/>
                    <a:pt x="3794863" y="27403"/>
                  </a:cubicBezTo>
                  <a:lnTo>
                    <a:pt x="3794863" y="1547806"/>
                  </a:lnTo>
                  <a:cubicBezTo>
                    <a:pt x="3794863" y="1562940"/>
                    <a:pt x="3782595" y="1575208"/>
                    <a:pt x="3767460" y="1575208"/>
                  </a:cubicBezTo>
                  <a:lnTo>
                    <a:pt x="27403" y="1575208"/>
                  </a:lnTo>
                  <a:cubicBezTo>
                    <a:pt x="12269" y="1575208"/>
                    <a:pt x="0" y="1562940"/>
                    <a:pt x="0" y="1547806"/>
                  </a:cubicBezTo>
                  <a:lnTo>
                    <a:pt x="0" y="27403"/>
                  </a:lnTo>
                  <a:cubicBezTo>
                    <a:pt x="0" y="12269"/>
                    <a:pt x="12269" y="0"/>
                    <a:pt x="27403" y="0"/>
                  </a:cubicBezTo>
                  <a:close/>
                </a:path>
              </a:pathLst>
            </a:custGeom>
            <a:solidFill>
              <a:srgbClr val="FFF7EB"/>
            </a:solidFill>
            <a:ln w="38100" cap="rnd">
              <a:solidFill>
                <a:srgbClr val="000000"/>
              </a:solidFill>
              <a:prstDash val="solid"/>
              <a:round/>
            </a:ln>
          </p:spPr>
        </p:sp>
        <p:sp>
          <p:nvSpPr>
            <p:cNvPr name="TextBox 10" id="10"/>
            <p:cNvSpPr txBox="true"/>
            <p:nvPr/>
          </p:nvSpPr>
          <p:spPr>
            <a:xfrm>
              <a:off x="0" y="-38100"/>
              <a:ext cx="3794863" cy="161330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728361" y="1424968"/>
            <a:ext cx="14797181" cy="1425583"/>
          </a:xfrm>
          <a:prstGeom prst="rect">
            <a:avLst/>
          </a:prstGeom>
        </p:spPr>
        <p:txBody>
          <a:bodyPr anchor="t" rtlCol="false" tIns="0" lIns="0" bIns="0" rIns="0">
            <a:spAutoFit/>
          </a:bodyPr>
          <a:lstStyle/>
          <a:p>
            <a:pPr algn="ctr">
              <a:lnSpc>
                <a:spcPts val="11117"/>
              </a:lnSpc>
            </a:pPr>
            <a:r>
              <a:rPr lang="en-US" sz="9501">
                <a:solidFill>
                  <a:srgbClr val="FFF7EB"/>
                </a:solidFill>
                <a:latin typeface="Bold Ink"/>
                <a:ea typeface="Bold Ink"/>
                <a:cs typeface="Bold Ink"/>
                <a:sym typeface="Bold Ink"/>
              </a:rPr>
              <a:t>KESIMPULAN</a:t>
            </a:r>
          </a:p>
        </p:txBody>
      </p:sp>
      <p:sp>
        <p:nvSpPr>
          <p:cNvPr name="Freeform 12" id="12"/>
          <p:cNvSpPr/>
          <p:nvPr/>
        </p:nvSpPr>
        <p:spPr>
          <a:xfrm flipH="false" flipV="false" rot="0">
            <a:off x="1939689" y="9502166"/>
            <a:ext cx="1924129" cy="1924129"/>
          </a:xfrm>
          <a:custGeom>
            <a:avLst/>
            <a:gdLst/>
            <a:ahLst/>
            <a:cxnLst/>
            <a:rect r="r" b="b" t="t" l="l"/>
            <a:pathLst>
              <a:path h="1924129" w="1924129">
                <a:moveTo>
                  <a:pt x="0" y="0"/>
                </a:moveTo>
                <a:lnTo>
                  <a:pt x="1924129" y="0"/>
                </a:lnTo>
                <a:lnTo>
                  <a:pt x="1924129" y="1924129"/>
                </a:lnTo>
                <a:lnTo>
                  <a:pt x="0" y="19241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4114243" y="-962065"/>
            <a:ext cx="1924129" cy="1924129"/>
          </a:xfrm>
          <a:custGeom>
            <a:avLst/>
            <a:gdLst/>
            <a:ahLst/>
            <a:cxnLst/>
            <a:rect r="r" b="b" t="t" l="l"/>
            <a:pathLst>
              <a:path h="1924129" w="1924129">
                <a:moveTo>
                  <a:pt x="0" y="0"/>
                </a:moveTo>
                <a:lnTo>
                  <a:pt x="1924129" y="0"/>
                </a:lnTo>
                <a:lnTo>
                  <a:pt x="1924129" y="1924130"/>
                </a:lnTo>
                <a:lnTo>
                  <a:pt x="0" y="1924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4940299" y="8405859"/>
            <a:ext cx="3170486" cy="1060672"/>
          </a:xfrm>
          <a:custGeom>
            <a:avLst/>
            <a:gdLst/>
            <a:ahLst/>
            <a:cxnLst/>
            <a:rect r="r" b="b" t="t" l="l"/>
            <a:pathLst>
              <a:path h="1060672" w="3170486">
                <a:moveTo>
                  <a:pt x="0" y="0"/>
                </a:moveTo>
                <a:lnTo>
                  <a:pt x="3170486" y="0"/>
                </a:lnTo>
                <a:lnTo>
                  <a:pt x="3170486" y="1060672"/>
                </a:lnTo>
                <a:lnTo>
                  <a:pt x="0" y="10606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905751">
            <a:off x="1168072" y="447084"/>
            <a:ext cx="2736414" cy="1432886"/>
          </a:xfrm>
          <a:custGeom>
            <a:avLst/>
            <a:gdLst/>
            <a:ahLst/>
            <a:cxnLst/>
            <a:rect r="r" b="b" t="t" l="l"/>
            <a:pathLst>
              <a:path h="1432886" w="2736414">
                <a:moveTo>
                  <a:pt x="0" y="0"/>
                </a:moveTo>
                <a:lnTo>
                  <a:pt x="2736414" y="0"/>
                </a:lnTo>
                <a:lnTo>
                  <a:pt x="2736414" y="1432886"/>
                </a:lnTo>
                <a:lnTo>
                  <a:pt x="0" y="14328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2414583" y="3937786"/>
            <a:ext cx="13623788" cy="4410471"/>
          </a:xfrm>
          <a:prstGeom prst="rect">
            <a:avLst/>
          </a:prstGeom>
        </p:spPr>
        <p:txBody>
          <a:bodyPr anchor="t" rtlCol="false" tIns="0" lIns="0" bIns="0" rIns="0">
            <a:spAutoFit/>
          </a:bodyPr>
          <a:lstStyle/>
          <a:p>
            <a:pPr algn="just" marL="773238" indent="-386619" lvl="1">
              <a:lnSpc>
                <a:spcPts val="5014"/>
              </a:lnSpc>
              <a:buFont typeface="Arial"/>
              <a:buChar char="•"/>
            </a:pPr>
            <a:r>
              <a:rPr lang="en-US" sz="3581">
                <a:solidFill>
                  <a:srgbClr val="0D4E4D"/>
                </a:solidFill>
                <a:latin typeface="TT Octas"/>
                <a:ea typeface="TT Octas"/>
                <a:cs typeface="TT Octas"/>
                <a:sym typeface="TT Octas"/>
              </a:rPr>
              <a:t>Website KF OLX menjadi media jual beli online yang mudah dan aman.</a:t>
            </a:r>
          </a:p>
          <a:p>
            <a:pPr algn="just" marL="773238" indent="-386619" lvl="1">
              <a:lnSpc>
                <a:spcPts val="5014"/>
              </a:lnSpc>
              <a:buFont typeface="Arial"/>
              <a:buChar char="•"/>
            </a:pPr>
            <a:r>
              <a:rPr lang="en-US" sz="3581">
                <a:solidFill>
                  <a:srgbClr val="0D4E4D"/>
                </a:solidFill>
                <a:latin typeface="TT Octas"/>
                <a:ea typeface="TT Octas"/>
                <a:cs typeface="TT Octas"/>
                <a:sym typeface="TT Octas"/>
              </a:rPr>
              <a:t>Dibangun melalui tahapan pengembangan sistem yang terstruktur.</a:t>
            </a:r>
          </a:p>
          <a:p>
            <a:pPr algn="just" marL="773238" indent="-386619" lvl="1">
              <a:lnSpc>
                <a:spcPts val="5014"/>
              </a:lnSpc>
              <a:buFont typeface="Arial"/>
              <a:buChar char="•"/>
            </a:pPr>
            <a:r>
              <a:rPr lang="en-US" sz="3581">
                <a:solidFill>
                  <a:srgbClr val="0D4E4D"/>
                </a:solidFill>
                <a:latin typeface="TT Octas"/>
                <a:ea typeface="TT Octas"/>
                <a:cs typeface="TT Octas"/>
                <a:sym typeface="TT Octas"/>
              </a:rPr>
              <a:t>Dapat dikembangkan lebih lanjut menjadi platform online sebenarnya.</a:t>
            </a:r>
          </a:p>
          <a:p>
            <a:pPr algn="just">
              <a:lnSpc>
                <a:spcPts val="5014"/>
              </a:lnSpc>
            </a:pPr>
          </a:p>
          <a:p>
            <a:pPr algn="just">
              <a:lnSpc>
                <a:spcPts val="5014"/>
              </a:lnSpc>
            </a:pPr>
            <a:r>
              <a:rPr lang="en-US" sz="3581">
                <a:solidFill>
                  <a:srgbClr val="0D4E4D"/>
                </a:solidFill>
                <a:latin typeface="TT Octas"/>
                <a:ea typeface="TT Octas"/>
                <a:cs typeface="TT Octas"/>
                <a:sym typeface="TT Octas"/>
              </a:rPr>
              <a:t>Dengan website ini, pengguna dapat menjual dan membeli produk secara mudah, cepat, dan terpercaya.</a:t>
            </a:r>
          </a:p>
          <a:p>
            <a:pPr algn="just">
              <a:lnSpc>
                <a:spcPts val="5014"/>
              </a:lnSpc>
            </a:pPr>
          </a:p>
        </p:txBody>
      </p:sp>
    </p:spTree>
  </p:cSld>
  <p:clrMapOvr>
    <a:masterClrMapping/>
  </p:clrMapOvr>
  <p:transition spd="fast">
    <p:cover dir="rd"/>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7EB"/>
        </a:solidFill>
      </p:bgPr>
    </p:bg>
    <p:spTree>
      <p:nvGrpSpPr>
        <p:cNvPr id="1" name=""/>
        <p:cNvGrpSpPr/>
        <p:nvPr/>
      </p:nvGrpSpPr>
      <p:grpSpPr>
        <a:xfrm>
          <a:off x="0" y="0"/>
          <a:ext cx="0" cy="0"/>
          <a:chOff x="0" y="0"/>
          <a:chExt cx="0" cy="0"/>
        </a:xfrm>
      </p:grpSpPr>
      <p:sp>
        <p:nvSpPr>
          <p:cNvPr name="Freeform 2" id="2"/>
          <p:cNvSpPr/>
          <p:nvPr/>
        </p:nvSpPr>
        <p:spPr>
          <a:xfrm flipH="false" flipV="false" rot="-5040000">
            <a:off x="-7888648" y="1532199"/>
            <a:ext cx="11447928" cy="7222602"/>
          </a:xfrm>
          <a:custGeom>
            <a:avLst/>
            <a:gdLst/>
            <a:ahLst/>
            <a:cxnLst/>
            <a:rect r="r" b="b" t="t" l="l"/>
            <a:pathLst>
              <a:path h="7222602" w="11447928">
                <a:moveTo>
                  <a:pt x="0" y="0"/>
                </a:moveTo>
                <a:lnTo>
                  <a:pt x="11447928" y="0"/>
                </a:lnTo>
                <a:lnTo>
                  <a:pt x="11447928" y="7222602"/>
                </a:lnTo>
                <a:lnTo>
                  <a:pt x="0" y="7222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040000">
            <a:off x="14766784" y="1532199"/>
            <a:ext cx="11447928" cy="7222602"/>
          </a:xfrm>
          <a:custGeom>
            <a:avLst/>
            <a:gdLst/>
            <a:ahLst/>
            <a:cxnLst/>
            <a:rect r="r" b="b" t="t" l="l"/>
            <a:pathLst>
              <a:path h="7222602" w="11447928">
                <a:moveTo>
                  <a:pt x="0" y="0"/>
                </a:moveTo>
                <a:lnTo>
                  <a:pt x="11447927" y="0"/>
                </a:lnTo>
                <a:lnTo>
                  <a:pt x="11447927" y="7222602"/>
                </a:lnTo>
                <a:lnTo>
                  <a:pt x="0" y="7222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360000">
            <a:off x="1936977" y="2070317"/>
            <a:ext cx="14763084" cy="6394408"/>
            <a:chOff x="0" y="0"/>
            <a:chExt cx="3888220" cy="1684124"/>
          </a:xfrm>
        </p:grpSpPr>
        <p:sp>
          <p:nvSpPr>
            <p:cNvPr name="Freeform 5" id="5"/>
            <p:cNvSpPr/>
            <p:nvPr/>
          </p:nvSpPr>
          <p:spPr>
            <a:xfrm flipH="false" flipV="false" rot="0">
              <a:off x="0" y="0"/>
              <a:ext cx="3888220" cy="1684124"/>
            </a:xfrm>
            <a:custGeom>
              <a:avLst/>
              <a:gdLst/>
              <a:ahLst/>
              <a:cxnLst/>
              <a:rect r="r" b="b" t="t" l="l"/>
              <a:pathLst>
                <a:path h="1684124" w="3888220">
                  <a:moveTo>
                    <a:pt x="26745" y="0"/>
                  </a:moveTo>
                  <a:lnTo>
                    <a:pt x="3861475" y="0"/>
                  </a:lnTo>
                  <a:cubicBezTo>
                    <a:pt x="3868568" y="0"/>
                    <a:pt x="3875370" y="2818"/>
                    <a:pt x="3880386" y="7833"/>
                  </a:cubicBezTo>
                  <a:cubicBezTo>
                    <a:pt x="3885402" y="12849"/>
                    <a:pt x="3888220" y="19652"/>
                    <a:pt x="3888220" y="26745"/>
                  </a:cubicBezTo>
                  <a:lnTo>
                    <a:pt x="3888220" y="1657379"/>
                  </a:lnTo>
                  <a:cubicBezTo>
                    <a:pt x="3888220" y="1664472"/>
                    <a:pt x="3885402" y="1671275"/>
                    <a:pt x="3880386" y="1676290"/>
                  </a:cubicBezTo>
                  <a:cubicBezTo>
                    <a:pt x="3875370" y="1681306"/>
                    <a:pt x="3868568" y="1684124"/>
                    <a:pt x="3861475" y="1684124"/>
                  </a:cubicBezTo>
                  <a:lnTo>
                    <a:pt x="26745" y="1684124"/>
                  </a:lnTo>
                  <a:cubicBezTo>
                    <a:pt x="19652" y="1684124"/>
                    <a:pt x="12849" y="1681306"/>
                    <a:pt x="7833" y="1676290"/>
                  </a:cubicBezTo>
                  <a:cubicBezTo>
                    <a:pt x="2818" y="1671275"/>
                    <a:pt x="0" y="1664472"/>
                    <a:pt x="0" y="1657379"/>
                  </a:cubicBezTo>
                  <a:lnTo>
                    <a:pt x="0" y="26745"/>
                  </a:lnTo>
                  <a:cubicBezTo>
                    <a:pt x="0" y="19652"/>
                    <a:pt x="2818" y="12849"/>
                    <a:pt x="7833" y="7833"/>
                  </a:cubicBezTo>
                  <a:cubicBezTo>
                    <a:pt x="12849" y="2818"/>
                    <a:pt x="19652" y="0"/>
                    <a:pt x="26745" y="0"/>
                  </a:cubicBezTo>
                  <a:close/>
                </a:path>
              </a:pathLst>
            </a:custGeom>
            <a:solidFill>
              <a:srgbClr val="000000"/>
            </a:solidFill>
            <a:ln w="38100" cap="rnd">
              <a:solidFill>
                <a:srgbClr val="000000"/>
              </a:solidFill>
              <a:prstDash val="solid"/>
              <a:round/>
            </a:ln>
          </p:spPr>
        </p:sp>
        <p:sp>
          <p:nvSpPr>
            <p:cNvPr name="TextBox 6" id="6"/>
            <p:cNvSpPr txBox="true"/>
            <p:nvPr/>
          </p:nvSpPr>
          <p:spPr>
            <a:xfrm>
              <a:off x="0" y="-38100"/>
              <a:ext cx="3888220" cy="1722224"/>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8460000">
            <a:off x="15357253" y="1461913"/>
            <a:ext cx="1146185" cy="1146185"/>
          </a:xfrm>
          <a:custGeom>
            <a:avLst/>
            <a:gdLst/>
            <a:ahLst/>
            <a:cxnLst/>
            <a:rect r="r" b="b" t="t" l="l"/>
            <a:pathLst>
              <a:path h="1146185" w="1146185">
                <a:moveTo>
                  <a:pt x="0" y="0"/>
                </a:moveTo>
                <a:lnTo>
                  <a:pt x="1146184" y="0"/>
                </a:lnTo>
                <a:lnTo>
                  <a:pt x="1146184" y="1146185"/>
                </a:lnTo>
                <a:lnTo>
                  <a:pt x="0" y="11461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360000">
            <a:off x="1784577" y="1917917"/>
            <a:ext cx="14763084" cy="6394408"/>
            <a:chOff x="0" y="0"/>
            <a:chExt cx="3888220" cy="1684124"/>
          </a:xfrm>
        </p:grpSpPr>
        <p:sp>
          <p:nvSpPr>
            <p:cNvPr name="Freeform 9" id="9"/>
            <p:cNvSpPr/>
            <p:nvPr/>
          </p:nvSpPr>
          <p:spPr>
            <a:xfrm flipH="false" flipV="false" rot="0">
              <a:off x="0" y="0"/>
              <a:ext cx="3888220" cy="1684124"/>
            </a:xfrm>
            <a:custGeom>
              <a:avLst/>
              <a:gdLst/>
              <a:ahLst/>
              <a:cxnLst/>
              <a:rect r="r" b="b" t="t" l="l"/>
              <a:pathLst>
                <a:path h="1684124" w="3888220">
                  <a:moveTo>
                    <a:pt x="26745" y="0"/>
                  </a:moveTo>
                  <a:lnTo>
                    <a:pt x="3861475" y="0"/>
                  </a:lnTo>
                  <a:cubicBezTo>
                    <a:pt x="3868568" y="0"/>
                    <a:pt x="3875370" y="2818"/>
                    <a:pt x="3880386" y="7833"/>
                  </a:cubicBezTo>
                  <a:cubicBezTo>
                    <a:pt x="3885402" y="12849"/>
                    <a:pt x="3888220" y="19652"/>
                    <a:pt x="3888220" y="26745"/>
                  </a:cubicBezTo>
                  <a:lnTo>
                    <a:pt x="3888220" y="1657379"/>
                  </a:lnTo>
                  <a:cubicBezTo>
                    <a:pt x="3888220" y="1664472"/>
                    <a:pt x="3885402" y="1671275"/>
                    <a:pt x="3880386" y="1676290"/>
                  </a:cubicBezTo>
                  <a:cubicBezTo>
                    <a:pt x="3875370" y="1681306"/>
                    <a:pt x="3868568" y="1684124"/>
                    <a:pt x="3861475" y="1684124"/>
                  </a:cubicBezTo>
                  <a:lnTo>
                    <a:pt x="26745" y="1684124"/>
                  </a:lnTo>
                  <a:cubicBezTo>
                    <a:pt x="19652" y="1684124"/>
                    <a:pt x="12849" y="1681306"/>
                    <a:pt x="7833" y="1676290"/>
                  </a:cubicBezTo>
                  <a:cubicBezTo>
                    <a:pt x="2818" y="1671275"/>
                    <a:pt x="0" y="1664472"/>
                    <a:pt x="0" y="1657379"/>
                  </a:cubicBezTo>
                  <a:lnTo>
                    <a:pt x="0" y="26745"/>
                  </a:lnTo>
                  <a:cubicBezTo>
                    <a:pt x="0" y="19652"/>
                    <a:pt x="2818" y="12849"/>
                    <a:pt x="7833" y="7833"/>
                  </a:cubicBezTo>
                  <a:cubicBezTo>
                    <a:pt x="12849" y="2818"/>
                    <a:pt x="19652" y="0"/>
                    <a:pt x="26745" y="0"/>
                  </a:cubicBezTo>
                  <a:close/>
                </a:path>
              </a:pathLst>
            </a:custGeom>
            <a:solidFill>
              <a:srgbClr val="9DB4A4"/>
            </a:solidFill>
            <a:ln w="38100" cap="rnd">
              <a:solidFill>
                <a:srgbClr val="000000"/>
              </a:solidFill>
              <a:prstDash val="solid"/>
              <a:round/>
            </a:ln>
          </p:spPr>
        </p:sp>
        <p:sp>
          <p:nvSpPr>
            <p:cNvPr name="TextBox 10" id="10"/>
            <p:cNvSpPr txBox="true"/>
            <p:nvPr/>
          </p:nvSpPr>
          <p:spPr>
            <a:xfrm>
              <a:off x="0" y="-38100"/>
              <a:ext cx="3888220" cy="1722224"/>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360000">
            <a:off x="1999917" y="2130090"/>
            <a:ext cx="14408622" cy="4769792"/>
            <a:chOff x="0" y="0"/>
            <a:chExt cx="3794863" cy="1256242"/>
          </a:xfrm>
        </p:grpSpPr>
        <p:sp>
          <p:nvSpPr>
            <p:cNvPr name="Freeform 12" id="12"/>
            <p:cNvSpPr/>
            <p:nvPr/>
          </p:nvSpPr>
          <p:spPr>
            <a:xfrm flipH="false" flipV="false" rot="0">
              <a:off x="0" y="0"/>
              <a:ext cx="3794863" cy="1256242"/>
            </a:xfrm>
            <a:custGeom>
              <a:avLst/>
              <a:gdLst/>
              <a:ahLst/>
              <a:cxnLst/>
              <a:rect r="r" b="b" t="t" l="l"/>
              <a:pathLst>
                <a:path h="1256242" w="3794863">
                  <a:moveTo>
                    <a:pt x="27403" y="0"/>
                  </a:moveTo>
                  <a:lnTo>
                    <a:pt x="3767460" y="0"/>
                  </a:lnTo>
                  <a:cubicBezTo>
                    <a:pt x="3774728" y="0"/>
                    <a:pt x="3781698" y="2887"/>
                    <a:pt x="3786837" y="8026"/>
                  </a:cubicBezTo>
                  <a:cubicBezTo>
                    <a:pt x="3791976" y="13165"/>
                    <a:pt x="3794863" y="20135"/>
                    <a:pt x="3794863" y="27403"/>
                  </a:cubicBezTo>
                  <a:lnTo>
                    <a:pt x="3794863" y="1228839"/>
                  </a:lnTo>
                  <a:cubicBezTo>
                    <a:pt x="3794863" y="1243973"/>
                    <a:pt x="3782595" y="1256242"/>
                    <a:pt x="3767460" y="1256242"/>
                  </a:cubicBezTo>
                  <a:lnTo>
                    <a:pt x="27403" y="1256242"/>
                  </a:lnTo>
                  <a:cubicBezTo>
                    <a:pt x="12269" y="1256242"/>
                    <a:pt x="0" y="1243973"/>
                    <a:pt x="0" y="1228839"/>
                  </a:cubicBezTo>
                  <a:lnTo>
                    <a:pt x="0" y="27403"/>
                  </a:lnTo>
                  <a:cubicBezTo>
                    <a:pt x="0" y="12269"/>
                    <a:pt x="12269" y="0"/>
                    <a:pt x="27403" y="0"/>
                  </a:cubicBezTo>
                  <a:close/>
                </a:path>
              </a:pathLst>
            </a:custGeom>
            <a:solidFill>
              <a:srgbClr val="0D4E4D"/>
            </a:solidFill>
            <a:ln w="38100" cap="rnd">
              <a:solidFill>
                <a:srgbClr val="000000"/>
              </a:solidFill>
              <a:prstDash val="solid"/>
              <a:round/>
            </a:ln>
          </p:spPr>
        </p:sp>
        <p:sp>
          <p:nvSpPr>
            <p:cNvPr name="TextBox 13" id="13"/>
            <p:cNvSpPr txBox="true"/>
            <p:nvPr/>
          </p:nvSpPr>
          <p:spPr>
            <a:xfrm>
              <a:off x="0" y="-38100"/>
              <a:ext cx="3794863" cy="129434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885767">
            <a:off x="15018502" y="1942777"/>
            <a:ext cx="2736414" cy="1432886"/>
          </a:xfrm>
          <a:custGeom>
            <a:avLst/>
            <a:gdLst/>
            <a:ahLst/>
            <a:cxnLst/>
            <a:rect r="r" b="b" t="t" l="l"/>
            <a:pathLst>
              <a:path h="1432886" w="2736414">
                <a:moveTo>
                  <a:pt x="0" y="0"/>
                </a:moveTo>
                <a:lnTo>
                  <a:pt x="2736415" y="0"/>
                </a:lnTo>
                <a:lnTo>
                  <a:pt x="2736415" y="1432886"/>
                </a:lnTo>
                <a:lnTo>
                  <a:pt x="0" y="1432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360000">
            <a:off x="-402089" y="6072891"/>
            <a:ext cx="3170486" cy="1060672"/>
          </a:xfrm>
          <a:custGeom>
            <a:avLst/>
            <a:gdLst/>
            <a:ahLst/>
            <a:cxnLst/>
            <a:rect r="r" b="b" t="t" l="l"/>
            <a:pathLst>
              <a:path h="1060672" w="3170486">
                <a:moveTo>
                  <a:pt x="0" y="0"/>
                </a:moveTo>
                <a:lnTo>
                  <a:pt x="3170486" y="0"/>
                </a:lnTo>
                <a:lnTo>
                  <a:pt x="3170486" y="1060672"/>
                </a:lnTo>
                <a:lnTo>
                  <a:pt x="0" y="10606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360000">
            <a:off x="2316235" y="-1241760"/>
            <a:ext cx="1924129" cy="1924129"/>
          </a:xfrm>
          <a:custGeom>
            <a:avLst/>
            <a:gdLst/>
            <a:ahLst/>
            <a:cxnLst/>
            <a:rect r="r" b="b" t="t" l="l"/>
            <a:pathLst>
              <a:path h="1924129" w="1924129">
                <a:moveTo>
                  <a:pt x="0" y="0"/>
                </a:moveTo>
                <a:lnTo>
                  <a:pt x="1924129" y="0"/>
                </a:lnTo>
                <a:lnTo>
                  <a:pt x="1924129" y="1924129"/>
                </a:lnTo>
                <a:lnTo>
                  <a:pt x="0" y="19241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360000">
            <a:off x="14033447" y="9967283"/>
            <a:ext cx="1924129" cy="1924129"/>
          </a:xfrm>
          <a:custGeom>
            <a:avLst/>
            <a:gdLst/>
            <a:ahLst/>
            <a:cxnLst/>
            <a:rect r="r" b="b" t="t" l="l"/>
            <a:pathLst>
              <a:path h="1924129" w="1924129">
                <a:moveTo>
                  <a:pt x="0" y="0"/>
                </a:moveTo>
                <a:lnTo>
                  <a:pt x="1924129" y="0"/>
                </a:lnTo>
                <a:lnTo>
                  <a:pt x="1924129" y="1924129"/>
                </a:lnTo>
                <a:lnTo>
                  <a:pt x="0" y="19241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 id="18"/>
          <p:cNvSpPr txBox="true"/>
          <p:nvPr/>
        </p:nvSpPr>
        <p:spPr>
          <a:xfrm rot="360000">
            <a:off x="2822716" y="2568524"/>
            <a:ext cx="12810422" cy="3917061"/>
          </a:xfrm>
          <a:prstGeom prst="rect">
            <a:avLst/>
          </a:prstGeom>
        </p:spPr>
        <p:txBody>
          <a:bodyPr anchor="t" rtlCol="false" tIns="0" lIns="0" bIns="0" rIns="0">
            <a:spAutoFit/>
          </a:bodyPr>
          <a:lstStyle/>
          <a:p>
            <a:pPr algn="ctr">
              <a:lnSpc>
                <a:spcPts val="15327"/>
              </a:lnSpc>
            </a:pPr>
            <a:r>
              <a:rPr lang="en-US" sz="13100">
                <a:solidFill>
                  <a:srgbClr val="FFF7EB"/>
                </a:solidFill>
                <a:latin typeface="Bold Ink"/>
                <a:ea typeface="Bold Ink"/>
                <a:cs typeface="Bold Ink"/>
                <a:sym typeface="Bold Ink"/>
              </a:rPr>
              <a:t>TERIMA</a:t>
            </a:r>
          </a:p>
          <a:p>
            <a:pPr algn="ctr">
              <a:lnSpc>
                <a:spcPts val="15327"/>
              </a:lnSpc>
            </a:pPr>
            <a:r>
              <a:rPr lang="en-US" sz="13100">
                <a:solidFill>
                  <a:srgbClr val="FFF7EB"/>
                </a:solidFill>
                <a:latin typeface="Bold Ink"/>
                <a:ea typeface="Bold Ink"/>
                <a:cs typeface="Bold Ink"/>
                <a:sym typeface="Bold Ink"/>
              </a:rPr>
              <a:t>KASIH</a:t>
            </a:r>
          </a:p>
        </p:txBody>
      </p:sp>
    </p:spTree>
  </p:cSld>
  <p:clrMapOvr>
    <a:masterClrMapping/>
  </p:clrMapOvr>
  <p:transition spd="fast">
    <p:cover dir="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DAG06-T3dEw</dc:identifier>
  <dcterms:modified xsi:type="dcterms:W3CDTF">2011-08-01T06:04:30Z</dcterms:modified>
  <cp:revision>1</cp:revision>
  <dc:title>ARDITYA IHZA PRAMANA PUTERA ( 231011400397 ) 2. MEYLA FAIZA SYAMIDA ( 231011400678) 3. NABILA RAMADHANI SAVITRI HERWAN (231011401254) 4. RIKI REZA RYANSYAH ( 231011400377 ) 5. TONY SETIAWAN ( 231011403312 )</dc:title>
</cp:coreProperties>
</file>